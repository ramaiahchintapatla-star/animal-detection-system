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3"/>
  </p:notesMasterIdLst>
  <p:sldIdLst>
    <p:sldId id="465" r:id="rId2"/>
    <p:sldId id="257" r:id="rId3"/>
    <p:sldId id="263" r:id="rId4"/>
    <p:sldId id="470" r:id="rId5"/>
    <p:sldId id="390" r:id="rId6"/>
    <p:sldId id="472" r:id="rId7"/>
    <p:sldId id="473" r:id="rId8"/>
    <p:sldId id="344" r:id="rId9"/>
    <p:sldId id="388" r:id="rId10"/>
    <p:sldId id="466" r:id="rId11"/>
    <p:sldId id="467" r:id="rId12"/>
    <p:sldId id="471" r:id="rId13"/>
    <p:sldId id="468" r:id="rId14"/>
    <p:sldId id="469" r:id="rId15"/>
    <p:sldId id="474" r:id="rId16"/>
    <p:sldId id="475" r:id="rId17"/>
    <p:sldId id="477" r:id="rId18"/>
    <p:sldId id="345" r:id="rId19"/>
    <p:sldId id="357" r:id="rId20"/>
    <p:sldId id="476" r:id="rId21"/>
    <p:sldId id="398"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18B8"/>
    <a:srgbClr val="002060"/>
    <a:srgbClr val="BDD7EE"/>
    <a:srgbClr val="FBE5D6"/>
    <a:srgbClr val="717CFF"/>
    <a:srgbClr val="CCCCFF"/>
    <a:srgbClr val="DEEBF7"/>
    <a:srgbClr val="4889F8"/>
    <a:srgbClr val="FFF5E4"/>
    <a:srgbClr val="FDF7F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5" d="100"/>
          <a:sy n="75" d="100"/>
        </p:scale>
        <p:origin x="902"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hanusri Atluri" userId="5b65e0d322e3bd9c" providerId="LiveId" clId="{DC15DAA9-9A3A-4572-B486-C9E0B4AF17D1}"/>
    <pc:docChg chg="undo custSel modSld">
      <pc:chgData name="Bhanusri Atluri" userId="5b65e0d322e3bd9c" providerId="LiveId" clId="{DC15DAA9-9A3A-4572-B486-C9E0B4AF17D1}" dt="2026-02-27T15:17:00.608" v="30" actId="1076"/>
      <pc:docMkLst>
        <pc:docMk/>
      </pc:docMkLst>
      <pc:sldChg chg="modSp mod">
        <pc:chgData name="Bhanusri Atluri" userId="5b65e0d322e3bd9c" providerId="LiveId" clId="{DC15DAA9-9A3A-4572-B486-C9E0B4AF17D1}" dt="2026-02-27T15:17:00.608" v="30" actId="1076"/>
        <pc:sldMkLst>
          <pc:docMk/>
          <pc:sldMk cId="1181822957" sldId="465"/>
        </pc:sldMkLst>
        <pc:spChg chg="mod">
          <ac:chgData name="Bhanusri Atluri" userId="5b65e0d322e3bd9c" providerId="LiveId" clId="{DC15DAA9-9A3A-4572-B486-C9E0B4AF17D1}" dt="2026-02-27T15:17:00.608" v="30" actId="1076"/>
          <ac:spMkLst>
            <pc:docMk/>
            <pc:sldMk cId="1181822957" sldId="465"/>
            <ac:spMk id="5" creationId="{9F8023F4-A04D-D5CF-1368-C24CCF2F1BE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DAE0A7-2698-4380-A399-1C1AED523621}" type="datetimeFigureOut">
              <a:rPr lang="en-IN" smtClean="0"/>
              <a:t>28-02-2026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B537FC-0370-4D6F-91F5-1B6434F65021}" type="slidenum">
              <a:rPr lang="en-IN" smtClean="0"/>
              <a:t>‹#›</a:t>
            </a:fld>
            <a:endParaRPr lang="en-IN"/>
          </a:p>
        </p:txBody>
      </p:sp>
    </p:spTree>
    <p:extLst>
      <p:ext uri="{BB962C8B-B14F-4D97-AF65-F5344CB8AC3E}">
        <p14:creationId xmlns:p14="http://schemas.microsoft.com/office/powerpoint/2010/main" val="4969139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21249-518E-CC0B-76FA-6288CBC8FC8A}"/>
              </a:ext>
            </a:extLst>
          </p:cNvPr>
          <p:cNvSpPr>
            <a:spLocks noGrp="1"/>
          </p:cNvSpPr>
          <p:nvPr>
            <p:ph type="ctrTitle"/>
          </p:nvPr>
        </p:nvSpPr>
        <p:spPr>
          <a:xfrm>
            <a:off x="1524000" y="1122363"/>
            <a:ext cx="9144000" cy="2387600"/>
          </a:xfrm>
        </p:spPr>
        <p:txBody>
          <a:bodyPr anchor="b">
            <a:normAutofit/>
          </a:bodyPr>
          <a:lstStyle>
            <a:lvl1pPr algn="ctr">
              <a:defRPr sz="5401"/>
            </a:lvl1pPr>
          </a:lstStyle>
          <a:p>
            <a:r>
              <a:rPr lang="en-US"/>
              <a:t>Click to edit Master title style</a:t>
            </a:r>
            <a:endParaRPr lang="en-IN" dirty="0"/>
          </a:p>
        </p:txBody>
      </p:sp>
      <p:sp>
        <p:nvSpPr>
          <p:cNvPr id="3" name="Subtitle 2">
            <a:extLst>
              <a:ext uri="{FF2B5EF4-FFF2-40B4-BE49-F238E27FC236}">
                <a16:creationId xmlns:a16="http://schemas.microsoft.com/office/drawing/2014/main" id="{66139686-94D7-E408-BB73-ED9400C2E8C1}"/>
              </a:ext>
            </a:extLst>
          </p:cNvPr>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1"/>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IN" dirty="0"/>
          </a:p>
        </p:txBody>
      </p:sp>
      <p:sp>
        <p:nvSpPr>
          <p:cNvPr id="4" name="Date Placeholder 3">
            <a:extLst>
              <a:ext uri="{FF2B5EF4-FFF2-40B4-BE49-F238E27FC236}">
                <a16:creationId xmlns:a16="http://schemas.microsoft.com/office/drawing/2014/main" id="{73B2C1BB-F2A9-E8B4-8A18-7F25689BC896}"/>
              </a:ext>
            </a:extLst>
          </p:cNvPr>
          <p:cNvSpPr>
            <a:spLocks noGrp="1"/>
          </p:cNvSpPr>
          <p:nvPr>
            <p:ph type="dt" sz="half" idx="10"/>
          </p:nvPr>
        </p:nvSpPr>
        <p:spPr/>
        <p:txBody>
          <a:bodyPr/>
          <a:lstStyle/>
          <a:p>
            <a:fld id="{460C12D2-8E26-4B4F-92EE-391E9D2332F9}" type="datetime1">
              <a:rPr lang="en-IN" smtClean="0"/>
              <a:t>28-02-2026</a:t>
            </a:fld>
            <a:endParaRPr lang="en-IN"/>
          </a:p>
        </p:txBody>
      </p:sp>
      <p:sp>
        <p:nvSpPr>
          <p:cNvPr id="5" name="Footer Placeholder 4">
            <a:extLst>
              <a:ext uri="{FF2B5EF4-FFF2-40B4-BE49-F238E27FC236}">
                <a16:creationId xmlns:a16="http://schemas.microsoft.com/office/drawing/2014/main" id="{261FFDE0-FEA3-1E55-5BB9-FA30137495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FAEA763-E947-137A-E86C-62BA8A1FEAC0}"/>
              </a:ext>
            </a:extLst>
          </p:cNvPr>
          <p:cNvSpPr>
            <a:spLocks noGrp="1"/>
          </p:cNvSpPr>
          <p:nvPr>
            <p:ph type="sldNum" sz="quarter" idx="12"/>
          </p:nvPr>
        </p:nvSpPr>
        <p:spPr/>
        <p:txBody>
          <a:bodyPr/>
          <a:lstStyle/>
          <a:p>
            <a:fld id="{03F67448-8E76-4088-8C0F-9DC880FFD75C}" type="slidenum">
              <a:rPr lang="en-IN" smtClean="0"/>
              <a:t>‹#›</a:t>
            </a:fld>
            <a:endParaRPr lang="en-IN"/>
          </a:p>
        </p:txBody>
      </p:sp>
      <p:sp>
        <p:nvSpPr>
          <p:cNvPr id="9" name="Rectangle 8">
            <a:extLst>
              <a:ext uri="{FF2B5EF4-FFF2-40B4-BE49-F238E27FC236}">
                <a16:creationId xmlns:a16="http://schemas.microsoft.com/office/drawing/2014/main" id="{D7E1D929-6542-56DE-5A4E-D8BF7C8C8E82}"/>
              </a:ext>
            </a:extLst>
          </p:cNvPr>
          <p:cNvSpPr/>
          <p:nvPr/>
        </p:nvSpPr>
        <p:spPr>
          <a:xfrm>
            <a:off x="9971314" y="1600202"/>
            <a:ext cx="2220686" cy="88174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1"/>
          </a:p>
        </p:txBody>
      </p:sp>
    </p:spTree>
    <p:extLst>
      <p:ext uri="{BB962C8B-B14F-4D97-AF65-F5344CB8AC3E}">
        <p14:creationId xmlns:p14="http://schemas.microsoft.com/office/powerpoint/2010/main" val="17272562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D79AA-9CFC-A341-B059-2E1B1188695E}"/>
              </a:ext>
            </a:extLst>
          </p:cNvPr>
          <p:cNvSpPr>
            <a:spLocks noGrp="1"/>
          </p:cNvSpPr>
          <p:nvPr>
            <p:ph type="title"/>
          </p:nvPr>
        </p:nvSpPr>
        <p:spPr/>
        <p:txBody>
          <a:bodyPr/>
          <a:lstStyle/>
          <a:p>
            <a:r>
              <a:rPr lang="en-US"/>
              <a:t>Click to edit Master title style</a:t>
            </a:r>
            <a:endParaRPr lang="en-IN" dirty="0"/>
          </a:p>
        </p:txBody>
      </p:sp>
      <p:sp>
        <p:nvSpPr>
          <p:cNvPr id="3" name="Content Placeholder 2">
            <a:extLst>
              <a:ext uri="{FF2B5EF4-FFF2-40B4-BE49-F238E27FC236}">
                <a16:creationId xmlns:a16="http://schemas.microsoft.com/office/drawing/2014/main" id="{667966AE-6563-2FED-E6A1-832832D0F8E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9EB150E-EB3F-B5B8-A254-52BDFAE6E88E}"/>
              </a:ext>
            </a:extLst>
          </p:cNvPr>
          <p:cNvSpPr>
            <a:spLocks noGrp="1"/>
          </p:cNvSpPr>
          <p:nvPr>
            <p:ph type="dt" sz="half" idx="10"/>
          </p:nvPr>
        </p:nvSpPr>
        <p:spPr/>
        <p:txBody>
          <a:bodyPr/>
          <a:lstStyle/>
          <a:p>
            <a:fld id="{7A351DCE-B476-408A-B703-10BDB3CE1D41}" type="datetime1">
              <a:rPr lang="en-IN" smtClean="0"/>
              <a:t>28-02-2026</a:t>
            </a:fld>
            <a:endParaRPr lang="en-IN"/>
          </a:p>
        </p:txBody>
      </p:sp>
      <p:sp>
        <p:nvSpPr>
          <p:cNvPr id="5" name="Footer Placeholder 4">
            <a:extLst>
              <a:ext uri="{FF2B5EF4-FFF2-40B4-BE49-F238E27FC236}">
                <a16:creationId xmlns:a16="http://schemas.microsoft.com/office/drawing/2014/main" id="{4D7E16E8-5DCB-9AB9-B0DC-E5701F63C26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3CF7D4D-5742-5775-0AA6-5088C7890F49}"/>
              </a:ext>
            </a:extLst>
          </p:cNvPr>
          <p:cNvSpPr>
            <a:spLocks noGrp="1"/>
          </p:cNvSpPr>
          <p:nvPr>
            <p:ph type="sldNum" sz="quarter" idx="12"/>
          </p:nvPr>
        </p:nvSpPr>
        <p:spPr/>
        <p:txBody>
          <a:bodyPr/>
          <a:lstStyle/>
          <a:p>
            <a:fld id="{03F67448-8E76-4088-8C0F-9DC880FFD75C}" type="slidenum">
              <a:rPr lang="en-IN" smtClean="0"/>
              <a:t>‹#›</a:t>
            </a:fld>
            <a:endParaRPr lang="en-IN"/>
          </a:p>
        </p:txBody>
      </p:sp>
    </p:spTree>
    <p:extLst>
      <p:ext uri="{BB962C8B-B14F-4D97-AF65-F5344CB8AC3E}">
        <p14:creationId xmlns:p14="http://schemas.microsoft.com/office/powerpoint/2010/main" val="1242547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52316-8B40-1151-D794-F1415329C0EA}"/>
              </a:ext>
            </a:extLst>
          </p:cNvPr>
          <p:cNvSpPr>
            <a:spLocks noGrp="1"/>
          </p:cNvSpPr>
          <p:nvPr>
            <p:ph type="title"/>
          </p:nvPr>
        </p:nvSpPr>
        <p:spPr>
          <a:xfrm>
            <a:off x="831853"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EA7457E-1929-BE0E-5242-42F609B7704A}"/>
              </a:ext>
            </a:extLst>
          </p:cNvPr>
          <p:cNvSpPr>
            <a:spLocks noGrp="1"/>
          </p:cNvSpPr>
          <p:nvPr>
            <p:ph type="body" idx="1"/>
          </p:nvPr>
        </p:nvSpPr>
        <p:spPr>
          <a:xfrm>
            <a:off x="831853" y="4589465"/>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1">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D45607D-DF07-C8DB-6FBC-12A28F1A67F5}"/>
              </a:ext>
            </a:extLst>
          </p:cNvPr>
          <p:cNvSpPr>
            <a:spLocks noGrp="1"/>
          </p:cNvSpPr>
          <p:nvPr>
            <p:ph type="dt" sz="half" idx="10"/>
          </p:nvPr>
        </p:nvSpPr>
        <p:spPr/>
        <p:txBody>
          <a:bodyPr/>
          <a:lstStyle/>
          <a:p>
            <a:fld id="{2BE62A82-D98D-45F2-99F3-B9EDDE6F09EC}" type="datetime1">
              <a:rPr lang="en-IN" smtClean="0"/>
              <a:t>28-02-2026</a:t>
            </a:fld>
            <a:endParaRPr lang="en-IN"/>
          </a:p>
        </p:txBody>
      </p:sp>
      <p:sp>
        <p:nvSpPr>
          <p:cNvPr id="5" name="Footer Placeholder 4">
            <a:extLst>
              <a:ext uri="{FF2B5EF4-FFF2-40B4-BE49-F238E27FC236}">
                <a16:creationId xmlns:a16="http://schemas.microsoft.com/office/drawing/2014/main" id="{A1E05BDD-5CEA-ADA1-3500-B4949558C9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D99D001-C6CC-ED7B-30E0-22F874C1CD80}"/>
              </a:ext>
            </a:extLst>
          </p:cNvPr>
          <p:cNvSpPr>
            <a:spLocks noGrp="1"/>
          </p:cNvSpPr>
          <p:nvPr>
            <p:ph type="sldNum" sz="quarter" idx="12"/>
          </p:nvPr>
        </p:nvSpPr>
        <p:spPr/>
        <p:txBody>
          <a:bodyPr/>
          <a:lstStyle/>
          <a:p>
            <a:fld id="{03F67448-8E76-4088-8C0F-9DC880FFD75C}" type="slidenum">
              <a:rPr lang="en-IN" smtClean="0"/>
              <a:t>‹#›</a:t>
            </a:fld>
            <a:endParaRPr lang="en-IN"/>
          </a:p>
        </p:txBody>
      </p:sp>
    </p:spTree>
    <p:extLst>
      <p:ext uri="{BB962C8B-B14F-4D97-AF65-F5344CB8AC3E}">
        <p14:creationId xmlns:p14="http://schemas.microsoft.com/office/powerpoint/2010/main" val="251749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A9F32-1422-AAD2-918E-31F7E036D3B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BB256CC-8A55-346A-E32F-3365C17796DF}"/>
              </a:ext>
            </a:extLst>
          </p:cNvPr>
          <p:cNvSpPr>
            <a:spLocks noGrp="1"/>
          </p:cNvSpPr>
          <p:nvPr>
            <p:ph sz="half" idx="1"/>
          </p:nvPr>
        </p:nvSpPr>
        <p:spPr>
          <a:xfrm>
            <a:off x="838201"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9181630-F8AB-F543-8012-871550A8E683}"/>
              </a:ext>
            </a:extLst>
          </p:cNvPr>
          <p:cNvSpPr>
            <a:spLocks noGrp="1"/>
          </p:cNvSpPr>
          <p:nvPr>
            <p:ph sz="half" idx="2"/>
          </p:nvPr>
        </p:nvSpPr>
        <p:spPr>
          <a:xfrm>
            <a:off x="6172201"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6770D87-C03A-FEE3-4FAF-6F2B440DFC4F}"/>
              </a:ext>
            </a:extLst>
          </p:cNvPr>
          <p:cNvSpPr>
            <a:spLocks noGrp="1"/>
          </p:cNvSpPr>
          <p:nvPr>
            <p:ph type="dt" sz="half" idx="10"/>
          </p:nvPr>
        </p:nvSpPr>
        <p:spPr/>
        <p:txBody>
          <a:bodyPr/>
          <a:lstStyle/>
          <a:p>
            <a:fld id="{8090B523-9E15-4469-A757-382DAEAAE4D6}" type="datetime1">
              <a:rPr lang="en-IN" smtClean="0"/>
              <a:t>28-02-2026</a:t>
            </a:fld>
            <a:endParaRPr lang="en-IN"/>
          </a:p>
        </p:txBody>
      </p:sp>
      <p:sp>
        <p:nvSpPr>
          <p:cNvPr id="6" name="Footer Placeholder 5">
            <a:extLst>
              <a:ext uri="{FF2B5EF4-FFF2-40B4-BE49-F238E27FC236}">
                <a16:creationId xmlns:a16="http://schemas.microsoft.com/office/drawing/2014/main" id="{DE761CB0-B6D4-7325-15E8-1D7F1C5D5E7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C5D26A6-48FC-25EC-ED5E-606D13933D91}"/>
              </a:ext>
            </a:extLst>
          </p:cNvPr>
          <p:cNvSpPr>
            <a:spLocks noGrp="1"/>
          </p:cNvSpPr>
          <p:nvPr>
            <p:ph type="sldNum" sz="quarter" idx="12"/>
          </p:nvPr>
        </p:nvSpPr>
        <p:spPr/>
        <p:txBody>
          <a:bodyPr/>
          <a:lstStyle/>
          <a:p>
            <a:fld id="{03F67448-8E76-4088-8C0F-9DC880FFD75C}" type="slidenum">
              <a:rPr lang="en-IN" smtClean="0"/>
              <a:t>‹#›</a:t>
            </a:fld>
            <a:endParaRPr lang="en-IN"/>
          </a:p>
        </p:txBody>
      </p:sp>
    </p:spTree>
    <p:extLst>
      <p:ext uri="{BB962C8B-B14F-4D97-AF65-F5344CB8AC3E}">
        <p14:creationId xmlns:p14="http://schemas.microsoft.com/office/powerpoint/2010/main" val="27352516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CCD5F-B640-7E37-D761-6D1196FB6F73}"/>
              </a:ext>
            </a:extLst>
          </p:cNvPr>
          <p:cNvSpPr>
            <a:spLocks noGrp="1"/>
          </p:cNvSpPr>
          <p:nvPr>
            <p:ph type="title"/>
          </p:nvPr>
        </p:nvSpPr>
        <p:spPr>
          <a:xfrm>
            <a:off x="839789"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668BC5C-1238-3A1B-8C5F-BD95BE142E9B}"/>
              </a:ext>
            </a:extLst>
          </p:cNvPr>
          <p:cNvSpPr>
            <a:spLocks noGrp="1"/>
          </p:cNvSpPr>
          <p:nvPr>
            <p:ph type="body" idx="1"/>
          </p:nvPr>
        </p:nvSpPr>
        <p:spPr>
          <a:xfrm>
            <a:off x="839791" y="1681163"/>
            <a:ext cx="5157787" cy="823912"/>
          </a:xfrm>
        </p:spPr>
        <p:txBody>
          <a:bodyPr anchor="b"/>
          <a:lstStyle>
            <a:lvl1pPr marL="0" indent="0">
              <a:buNone/>
              <a:defRPr sz="2400" b="1"/>
            </a:lvl1pPr>
            <a:lvl2pPr marL="457206" indent="0">
              <a:buNone/>
              <a:defRPr sz="2000" b="1"/>
            </a:lvl2pPr>
            <a:lvl3pPr marL="914411" indent="0">
              <a:buNone/>
              <a:defRPr sz="1801"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3AFC92C-5F91-03B4-2431-DA308C4C51D4}"/>
              </a:ext>
            </a:extLst>
          </p:cNvPr>
          <p:cNvSpPr>
            <a:spLocks noGrp="1"/>
          </p:cNvSpPr>
          <p:nvPr>
            <p:ph sz="half" idx="2"/>
          </p:nvPr>
        </p:nvSpPr>
        <p:spPr>
          <a:xfrm>
            <a:off x="839791" y="2505076"/>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1D0E16B-CCA1-23A7-152C-AC65C7298DA1}"/>
              </a:ext>
            </a:extLst>
          </p:cNvPr>
          <p:cNvSpPr>
            <a:spLocks noGrp="1"/>
          </p:cNvSpPr>
          <p:nvPr>
            <p:ph type="body" sz="quarter" idx="3"/>
          </p:nvPr>
        </p:nvSpPr>
        <p:spPr>
          <a:xfrm>
            <a:off x="6172203" y="1681163"/>
            <a:ext cx="5183188" cy="823912"/>
          </a:xfrm>
        </p:spPr>
        <p:txBody>
          <a:bodyPr anchor="b"/>
          <a:lstStyle>
            <a:lvl1pPr marL="0" indent="0">
              <a:buNone/>
              <a:defRPr sz="2400" b="1"/>
            </a:lvl1pPr>
            <a:lvl2pPr marL="457206" indent="0">
              <a:buNone/>
              <a:defRPr sz="2000" b="1"/>
            </a:lvl2pPr>
            <a:lvl3pPr marL="914411" indent="0">
              <a:buNone/>
              <a:defRPr sz="1801"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386B096-CF91-3CAB-8BC9-A02C04AEFEC5}"/>
              </a:ext>
            </a:extLst>
          </p:cNvPr>
          <p:cNvSpPr>
            <a:spLocks noGrp="1"/>
          </p:cNvSpPr>
          <p:nvPr>
            <p:ph sz="quarter" idx="4"/>
          </p:nvPr>
        </p:nvSpPr>
        <p:spPr>
          <a:xfrm>
            <a:off x="6172203" y="2505076"/>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167F73F-87D8-B854-6173-65901670596E}"/>
              </a:ext>
            </a:extLst>
          </p:cNvPr>
          <p:cNvSpPr>
            <a:spLocks noGrp="1"/>
          </p:cNvSpPr>
          <p:nvPr>
            <p:ph type="dt" sz="half" idx="10"/>
          </p:nvPr>
        </p:nvSpPr>
        <p:spPr/>
        <p:txBody>
          <a:bodyPr/>
          <a:lstStyle/>
          <a:p>
            <a:fld id="{8F47D54E-10AF-4FCC-8D9A-816276BED3B1}" type="datetime1">
              <a:rPr lang="en-IN" smtClean="0"/>
              <a:t>28-02-2026</a:t>
            </a:fld>
            <a:endParaRPr lang="en-IN"/>
          </a:p>
        </p:txBody>
      </p:sp>
      <p:sp>
        <p:nvSpPr>
          <p:cNvPr id="8" name="Footer Placeholder 7">
            <a:extLst>
              <a:ext uri="{FF2B5EF4-FFF2-40B4-BE49-F238E27FC236}">
                <a16:creationId xmlns:a16="http://schemas.microsoft.com/office/drawing/2014/main" id="{48EBF732-595F-9030-CEFC-3B61470F6B2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AD41571-0F40-81FB-98BC-647788A4461C}"/>
              </a:ext>
            </a:extLst>
          </p:cNvPr>
          <p:cNvSpPr>
            <a:spLocks noGrp="1"/>
          </p:cNvSpPr>
          <p:nvPr>
            <p:ph type="sldNum" sz="quarter" idx="12"/>
          </p:nvPr>
        </p:nvSpPr>
        <p:spPr/>
        <p:txBody>
          <a:bodyPr/>
          <a:lstStyle/>
          <a:p>
            <a:fld id="{03F67448-8E76-4088-8C0F-9DC880FFD75C}" type="slidenum">
              <a:rPr lang="en-IN" smtClean="0"/>
              <a:t>‹#›</a:t>
            </a:fld>
            <a:endParaRPr lang="en-IN"/>
          </a:p>
        </p:txBody>
      </p:sp>
    </p:spTree>
    <p:extLst>
      <p:ext uri="{BB962C8B-B14F-4D97-AF65-F5344CB8AC3E}">
        <p14:creationId xmlns:p14="http://schemas.microsoft.com/office/powerpoint/2010/main" val="30593500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3E1A6-E146-1C33-86B4-E60877634E4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ED21DCE-26F7-F211-881B-2800D1160E89}"/>
              </a:ext>
            </a:extLst>
          </p:cNvPr>
          <p:cNvSpPr>
            <a:spLocks noGrp="1"/>
          </p:cNvSpPr>
          <p:nvPr>
            <p:ph type="dt" sz="half" idx="10"/>
          </p:nvPr>
        </p:nvSpPr>
        <p:spPr/>
        <p:txBody>
          <a:bodyPr/>
          <a:lstStyle/>
          <a:p>
            <a:fld id="{9DED8FF2-221B-4249-824B-2AC664878973}" type="datetime1">
              <a:rPr lang="en-IN" smtClean="0"/>
              <a:t>28-02-2026</a:t>
            </a:fld>
            <a:endParaRPr lang="en-IN"/>
          </a:p>
        </p:txBody>
      </p:sp>
      <p:sp>
        <p:nvSpPr>
          <p:cNvPr id="4" name="Footer Placeholder 3">
            <a:extLst>
              <a:ext uri="{FF2B5EF4-FFF2-40B4-BE49-F238E27FC236}">
                <a16:creationId xmlns:a16="http://schemas.microsoft.com/office/drawing/2014/main" id="{B4286BE9-45A0-ED16-1CDF-D709B45119C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41991F7-F2EE-1A37-BA40-2B1E73E981A0}"/>
              </a:ext>
            </a:extLst>
          </p:cNvPr>
          <p:cNvSpPr>
            <a:spLocks noGrp="1"/>
          </p:cNvSpPr>
          <p:nvPr>
            <p:ph type="sldNum" sz="quarter" idx="12"/>
          </p:nvPr>
        </p:nvSpPr>
        <p:spPr/>
        <p:txBody>
          <a:bodyPr/>
          <a:lstStyle/>
          <a:p>
            <a:fld id="{03F67448-8E76-4088-8C0F-9DC880FFD75C}" type="slidenum">
              <a:rPr lang="en-IN" smtClean="0"/>
              <a:t>‹#›</a:t>
            </a:fld>
            <a:endParaRPr lang="en-IN"/>
          </a:p>
        </p:txBody>
      </p:sp>
    </p:spTree>
    <p:extLst>
      <p:ext uri="{BB962C8B-B14F-4D97-AF65-F5344CB8AC3E}">
        <p14:creationId xmlns:p14="http://schemas.microsoft.com/office/powerpoint/2010/main" val="39601359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C79AAA7-EE59-17A8-A878-37D9991F44C1}"/>
              </a:ext>
            </a:extLst>
          </p:cNvPr>
          <p:cNvSpPr>
            <a:spLocks noGrp="1"/>
          </p:cNvSpPr>
          <p:nvPr>
            <p:ph type="dt" sz="half" idx="10"/>
          </p:nvPr>
        </p:nvSpPr>
        <p:spPr/>
        <p:txBody>
          <a:bodyPr/>
          <a:lstStyle/>
          <a:p>
            <a:fld id="{E61A5D81-6B2D-446E-9371-DAEF6201051F}" type="datetime1">
              <a:rPr lang="en-IN" smtClean="0"/>
              <a:t>28-02-2026</a:t>
            </a:fld>
            <a:endParaRPr lang="en-IN"/>
          </a:p>
        </p:txBody>
      </p:sp>
      <p:sp>
        <p:nvSpPr>
          <p:cNvPr id="3" name="Footer Placeholder 2">
            <a:extLst>
              <a:ext uri="{FF2B5EF4-FFF2-40B4-BE49-F238E27FC236}">
                <a16:creationId xmlns:a16="http://schemas.microsoft.com/office/drawing/2014/main" id="{0EB109AC-7AF8-AD37-E917-0950471F57F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9018FE0-FFE0-63E1-B35F-18932A742E43}"/>
              </a:ext>
            </a:extLst>
          </p:cNvPr>
          <p:cNvSpPr>
            <a:spLocks noGrp="1"/>
          </p:cNvSpPr>
          <p:nvPr>
            <p:ph type="sldNum" sz="quarter" idx="12"/>
          </p:nvPr>
        </p:nvSpPr>
        <p:spPr/>
        <p:txBody>
          <a:bodyPr/>
          <a:lstStyle/>
          <a:p>
            <a:fld id="{03F67448-8E76-4088-8C0F-9DC880FFD75C}" type="slidenum">
              <a:rPr lang="en-IN" smtClean="0"/>
              <a:t>‹#›</a:t>
            </a:fld>
            <a:endParaRPr lang="en-IN"/>
          </a:p>
        </p:txBody>
      </p:sp>
      <p:cxnSp>
        <p:nvCxnSpPr>
          <p:cNvPr id="5" name="Straight Connector 4">
            <a:extLst>
              <a:ext uri="{FF2B5EF4-FFF2-40B4-BE49-F238E27FC236}">
                <a16:creationId xmlns:a16="http://schemas.microsoft.com/office/drawing/2014/main" id="{453AE9E6-8BB3-590F-969E-BFE4E5B4A7B6}"/>
              </a:ext>
            </a:extLst>
          </p:cNvPr>
          <p:cNvCxnSpPr/>
          <p:nvPr userDrawn="1"/>
        </p:nvCxnSpPr>
        <p:spPr>
          <a:xfrm>
            <a:off x="838204" y="6272667"/>
            <a:ext cx="10515600" cy="0"/>
          </a:xfrm>
          <a:prstGeom prst="line">
            <a:avLst/>
          </a:prstGeom>
          <a:ln w="571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88A5819D-C956-7CCC-1613-C2CBB2D3BFF4}"/>
              </a:ext>
            </a:extLst>
          </p:cNvPr>
          <p:cNvGrpSpPr/>
          <p:nvPr userDrawn="1"/>
        </p:nvGrpSpPr>
        <p:grpSpPr>
          <a:xfrm flipV="1">
            <a:off x="859974" y="6308730"/>
            <a:ext cx="3135084" cy="71645"/>
            <a:chOff x="10472059" y="1023707"/>
            <a:chExt cx="881740" cy="49899"/>
          </a:xfrm>
        </p:grpSpPr>
        <p:grpSp>
          <p:nvGrpSpPr>
            <p:cNvPr id="7" name="Group 6">
              <a:extLst>
                <a:ext uri="{FF2B5EF4-FFF2-40B4-BE49-F238E27FC236}">
                  <a16:creationId xmlns:a16="http://schemas.microsoft.com/office/drawing/2014/main" id="{401B73AA-76A4-619B-3D0D-CB2C0D00421F}"/>
                </a:ext>
              </a:extLst>
            </p:cNvPr>
            <p:cNvGrpSpPr/>
            <p:nvPr/>
          </p:nvGrpSpPr>
          <p:grpSpPr>
            <a:xfrm>
              <a:off x="10918372" y="1024176"/>
              <a:ext cx="435427" cy="49430"/>
              <a:chOff x="10918372" y="1024176"/>
              <a:chExt cx="435427" cy="49430"/>
            </a:xfrm>
          </p:grpSpPr>
          <p:sp>
            <p:nvSpPr>
              <p:cNvPr id="11" name="Rectangle: Single Corner Snipped 10">
                <a:extLst>
                  <a:ext uri="{FF2B5EF4-FFF2-40B4-BE49-F238E27FC236}">
                    <a16:creationId xmlns:a16="http://schemas.microsoft.com/office/drawing/2014/main" id="{29A5F611-582F-40AA-A216-79AA678E8DDC}"/>
                  </a:ext>
                </a:extLst>
              </p:cNvPr>
              <p:cNvSpPr/>
              <p:nvPr/>
            </p:nvSpPr>
            <p:spPr>
              <a:xfrm>
                <a:off x="11146971" y="1024176"/>
                <a:ext cx="206828" cy="49430"/>
              </a:xfrm>
              <a:prstGeom prst="snip1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1"/>
              </a:p>
            </p:txBody>
          </p:sp>
          <p:sp>
            <p:nvSpPr>
              <p:cNvPr id="12" name="Rectangle: Single Corner Snipped 11">
                <a:extLst>
                  <a:ext uri="{FF2B5EF4-FFF2-40B4-BE49-F238E27FC236}">
                    <a16:creationId xmlns:a16="http://schemas.microsoft.com/office/drawing/2014/main" id="{11B4FAE1-B144-A770-C946-1DB71B6959FE}"/>
                  </a:ext>
                </a:extLst>
              </p:cNvPr>
              <p:cNvSpPr/>
              <p:nvPr/>
            </p:nvSpPr>
            <p:spPr>
              <a:xfrm>
                <a:off x="10918372" y="1024177"/>
                <a:ext cx="206828" cy="49429"/>
              </a:xfrm>
              <a:prstGeom prst="snip1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1"/>
              </a:p>
            </p:txBody>
          </p:sp>
        </p:grpSp>
        <p:grpSp>
          <p:nvGrpSpPr>
            <p:cNvPr id="8" name="Group 7">
              <a:extLst>
                <a:ext uri="{FF2B5EF4-FFF2-40B4-BE49-F238E27FC236}">
                  <a16:creationId xmlns:a16="http://schemas.microsoft.com/office/drawing/2014/main" id="{830DDCB4-0B15-DD69-7D44-14A2262AD738}"/>
                </a:ext>
              </a:extLst>
            </p:cNvPr>
            <p:cNvGrpSpPr/>
            <p:nvPr/>
          </p:nvGrpSpPr>
          <p:grpSpPr>
            <a:xfrm>
              <a:off x="10472059" y="1023707"/>
              <a:ext cx="435427" cy="49430"/>
              <a:chOff x="10918372" y="1024176"/>
              <a:chExt cx="435427" cy="49430"/>
            </a:xfrm>
          </p:grpSpPr>
          <p:sp>
            <p:nvSpPr>
              <p:cNvPr id="9" name="Rectangle: Single Corner Snipped 8">
                <a:extLst>
                  <a:ext uri="{FF2B5EF4-FFF2-40B4-BE49-F238E27FC236}">
                    <a16:creationId xmlns:a16="http://schemas.microsoft.com/office/drawing/2014/main" id="{762D1B86-C0E3-DCAF-A1D2-AAC203E82B43}"/>
                  </a:ext>
                </a:extLst>
              </p:cNvPr>
              <p:cNvSpPr/>
              <p:nvPr/>
            </p:nvSpPr>
            <p:spPr>
              <a:xfrm>
                <a:off x="11146971" y="1024176"/>
                <a:ext cx="206828" cy="49430"/>
              </a:xfrm>
              <a:prstGeom prst="snip1Rect">
                <a:avLst>
                  <a:gd name="adj" fmla="val 50000"/>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sz="1801"/>
              </a:p>
            </p:txBody>
          </p:sp>
          <p:sp>
            <p:nvSpPr>
              <p:cNvPr id="10" name="Rectangle: Single Corner Snipped 9">
                <a:extLst>
                  <a:ext uri="{FF2B5EF4-FFF2-40B4-BE49-F238E27FC236}">
                    <a16:creationId xmlns:a16="http://schemas.microsoft.com/office/drawing/2014/main" id="{A6F7DDE0-ACF4-041B-DD27-0B47FB88C342}"/>
                  </a:ext>
                </a:extLst>
              </p:cNvPr>
              <p:cNvSpPr/>
              <p:nvPr/>
            </p:nvSpPr>
            <p:spPr>
              <a:xfrm>
                <a:off x="10918372" y="1024177"/>
                <a:ext cx="206828" cy="49429"/>
              </a:xfrm>
              <a:prstGeom prst="snip1Rect">
                <a:avLst>
                  <a:gd name="adj" fmla="val 50000"/>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sz="1801"/>
              </a:p>
            </p:txBody>
          </p:sp>
        </p:grpSp>
      </p:grpSp>
      <p:pic>
        <p:nvPicPr>
          <p:cNvPr id="13" name="Picture 12" descr="A red and blue text on a white background&#10;&#10;AI-generated content may be incorrect.">
            <a:extLst>
              <a:ext uri="{FF2B5EF4-FFF2-40B4-BE49-F238E27FC236}">
                <a16:creationId xmlns:a16="http://schemas.microsoft.com/office/drawing/2014/main" id="{3763422A-D1C4-A3F4-FF1A-4D418993817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80528" y="10860"/>
            <a:ext cx="2304288" cy="640080"/>
          </a:xfrm>
          <a:prstGeom prst="rect">
            <a:avLst/>
          </a:prstGeom>
        </p:spPr>
      </p:pic>
    </p:spTree>
    <p:extLst>
      <p:ext uri="{BB962C8B-B14F-4D97-AF65-F5344CB8AC3E}">
        <p14:creationId xmlns:p14="http://schemas.microsoft.com/office/powerpoint/2010/main" val="9996800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C79AAA7-EE59-17A8-A878-37D9991F44C1}"/>
              </a:ext>
            </a:extLst>
          </p:cNvPr>
          <p:cNvSpPr>
            <a:spLocks noGrp="1"/>
          </p:cNvSpPr>
          <p:nvPr>
            <p:ph type="dt" sz="half" idx="10"/>
          </p:nvPr>
        </p:nvSpPr>
        <p:spPr/>
        <p:txBody>
          <a:bodyPr/>
          <a:lstStyle/>
          <a:p>
            <a:fld id="{AAA2BEC3-1F55-401C-9D47-FA8AE70F9754}" type="datetime1">
              <a:rPr lang="en-IN" smtClean="0"/>
              <a:t>28-02-2026</a:t>
            </a:fld>
            <a:endParaRPr lang="en-IN"/>
          </a:p>
        </p:txBody>
      </p:sp>
      <p:sp>
        <p:nvSpPr>
          <p:cNvPr id="3" name="Footer Placeholder 2">
            <a:extLst>
              <a:ext uri="{FF2B5EF4-FFF2-40B4-BE49-F238E27FC236}">
                <a16:creationId xmlns:a16="http://schemas.microsoft.com/office/drawing/2014/main" id="{0EB109AC-7AF8-AD37-E917-0950471F57F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9018FE0-FFE0-63E1-B35F-18932A742E43}"/>
              </a:ext>
            </a:extLst>
          </p:cNvPr>
          <p:cNvSpPr>
            <a:spLocks noGrp="1"/>
          </p:cNvSpPr>
          <p:nvPr>
            <p:ph type="sldNum" sz="quarter" idx="12"/>
          </p:nvPr>
        </p:nvSpPr>
        <p:spPr/>
        <p:txBody>
          <a:bodyPr/>
          <a:lstStyle/>
          <a:p>
            <a:fld id="{03F67448-8E76-4088-8C0F-9DC880FFD75C}" type="slidenum">
              <a:rPr lang="en-IN" smtClean="0"/>
              <a:t>‹#›</a:t>
            </a:fld>
            <a:endParaRPr lang="en-IN"/>
          </a:p>
        </p:txBody>
      </p:sp>
      <p:pic>
        <p:nvPicPr>
          <p:cNvPr id="6" name="Picture 5" descr="A red and blue text on a white background&#10;&#10;AI-generated content may be incorrect.">
            <a:extLst>
              <a:ext uri="{FF2B5EF4-FFF2-40B4-BE49-F238E27FC236}">
                <a16:creationId xmlns:a16="http://schemas.microsoft.com/office/drawing/2014/main" id="{F1736AF1-3B7A-9744-918A-A637BF3577C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80528" y="10860"/>
            <a:ext cx="2304288" cy="640080"/>
          </a:xfrm>
          <a:prstGeom prst="rect">
            <a:avLst/>
          </a:prstGeom>
        </p:spPr>
      </p:pic>
    </p:spTree>
    <p:extLst>
      <p:ext uri="{BB962C8B-B14F-4D97-AF65-F5344CB8AC3E}">
        <p14:creationId xmlns:p14="http://schemas.microsoft.com/office/powerpoint/2010/main" val="24584960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2A895-1E78-27B2-E388-AE4403394C6E}"/>
              </a:ext>
            </a:extLst>
          </p:cNvPr>
          <p:cNvSpPr>
            <a:spLocks noGrp="1"/>
          </p:cNvSpPr>
          <p:nvPr>
            <p:ph type="title"/>
          </p:nvPr>
        </p:nvSpPr>
        <p:spPr>
          <a:xfrm>
            <a:off x="839791" y="457200"/>
            <a:ext cx="3932236"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09FF1B9-8FDA-07E4-2B8D-C5EB9A89CF24}"/>
              </a:ext>
            </a:extLst>
          </p:cNvPr>
          <p:cNvSpPr>
            <a:spLocks noGrp="1"/>
          </p:cNvSpPr>
          <p:nvPr>
            <p:ph idx="1"/>
          </p:nvPr>
        </p:nvSpPr>
        <p:spPr>
          <a:xfrm>
            <a:off x="5183190"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593B36D-F25E-5796-4F5D-822001BE16EC}"/>
              </a:ext>
            </a:extLst>
          </p:cNvPr>
          <p:cNvSpPr>
            <a:spLocks noGrp="1"/>
          </p:cNvSpPr>
          <p:nvPr>
            <p:ph type="body" sz="half" idx="2"/>
          </p:nvPr>
        </p:nvSpPr>
        <p:spPr>
          <a:xfrm>
            <a:off x="839791" y="2057400"/>
            <a:ext cx="3932236" cy="3811588"/>
          </a:xfrm>
        </p:spPr>
        <p:txBody>
          <a:bodyPr/>
          <a:lstStyle>
            <a:lvl1pPr marL="0" indent="0">
              <a:buNone/>
              <a:defRPr sz="1600"/>
            </a:lvl1pPr>
            <a:lvl2pPr marL="457206" indent="0">
              <a:buNone/>
              <a:defRPr sz="1401"/>
            </a:lvl2pPr>
            <a:lvl3pPr marL="914411" indent="0">
              <a:buNone/>
              <a:defRPr sz="1200"/>
            </a:lvl3pPr>
            <a:lvl4pPr marL="1371617" indent="0">
              <a:buNone/>
              <a:defRPr sz="1001"/>
            </a:lvl4pPr>
            <a:lvl5pPr marL="1828823" indent="0">
              <a:buNone/>
              <a:defRPr sz="1001"/>
            </a:lvl5pPr>
            <a:lvl6pPr marL="2286029" indent="0">
              <a:buNone/>
              <a:defRPr sz="1001"/>
            </a:lvl6pPr>
            <a:lvl7pPr marL="2743234" indent="0">
              <a:buNone/>
              <a:defRPr sz="1001"/>
            </a:lvl7pPr>
            <a:lvl8pPr marL="3200440" indent="0">
              <a:buNone/>
              <a:defRPr sz="1001"/>
            </a:lvl8pPr>
            <a:lvl9pPr marL="3657646" indent="0">
              <a:buNone/>
              <a:defRPr sz="1001"/>
            </a:lvl9pPr>
          </a:lstStyle>
          <a:p>
            <a:pPr lvl="0"/>
            <a:r>
              <a:rPr lang="en-US"/>
              <a:t>Click to edit Master text styles</a:t>
            </a:r>
          </a:p>
        </p:txBody>
      </p:sp>
      <p:sp>
        <p:nvSpPr>
          <p:cNvPr id="5" name="Date Placeholder 4">
            <a:extLst>
              <a:ext uri="{FF2B5EF4-FFF2-40B4-BE49-F238E27FC236}">
                <a16:creationId xmlns:a16="http://schemas.microsoft.com/office/drawing/2014/main" id="{B21311A0-0E68-B369-D2D2-11D84A2AFE4A}"/>
              </a:ext>
            </a:extLst>
          </p:cNvPr>
          <p:cNvSpPr>
            <a:spLocks noGrp="1"/>
          </p:cNvSpPr>
          <p:nvPr>
            <p:ph type="dt" sz="half" idx="10"/>
          </p:nvPr>
        </p:nvSpPr>
        <p:spPr/>
        <p:txBody>
          <a:bodyPr/>
          <a:lstStyle/>
          <a:p>
            <a:fld id="{5169F43A-DAC1-4FF9-812E-B4E6CA11715F}" type="datetime1">
              <a:rPr lang="en-IN" smtClean="0"/>
              <a:t>28-02-2026</a:t>
            </a:fld>
            <a:endParaRPr lang="en-IN"/>
          </a:p>
        </p:txBody>
      </p:sp>
      <p:sp>
        <p:nvSpPr>
          <p:cNvPr id="6" name="Footer Placeholder 5">
            <a:extLst>
              <a:ext uri="{FF2B5EF4-FFF2-40B4-BE49-F238E27FC236}">
                <a16:creationId xmlns:a16="http://schemas.microsoft.com/office/drawing/2014/main" id="{AAC46E4C-2A24-A937-A2FE-8E5CE43B9CD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C75EA4B-571A-D24E-36C6-A1AD99D01FB4}"/>
              </a:ext>
            </a:extLst>
          </p:cNvPr>
          <p:cNvSpPr>
            <a:spLocks noGrp="1"/>
          </p:cNvSpPr>
          <p:nvPr>
            <p:ph type="sldNum" sz="quarter" idx="12"/>
          </p:nvPr>
        </p:nvSpPr>
        <p:spPr/>
        <p:txBody>
          <a:bodyPr/>
          <a:lstStyle/>
          <a:p>
            <a:fld id="{03F67448-8E76-4088-8C0F-9DC880FFD75C}" type="slidenum">
              <a:rPr lang="en-IN" smtClean="0"/>
              <a:t>‹#›</a:t>
            </a:fld>
            <a:endParaRPr lang="en-IN"/>
          </a:p>
        </p:txBody>
      </p:sp>
    </p:spTree>
    <p:extLst>
      <p:ext uri="{BB962C8B-B14F-4D97-AF65-F5344CB8AC3E}">
        <p14:creationId xmlns:p14="http://schemas.microsoft.com/office/powerpoint/2010/main" val="39795586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8C179-20F5-150A-7338-F16B1A7E36EB}"/>
              </a:ext>
            </a:extLst>
          </p:cNvPr>
          <p:cNvSpPr>
            <a:spLocks noGrp="1"/>
          </p:cNvSpPr>
          <p:nvPr>
            <p:ph type="title"/>
          </p:nvPr>
        </p:nvSpPr>
        <p:spPr>
          <a:xfrm>
            <a:off x="839791" y="457200"/>
            <a:ext cx="3932236"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D9AFF73-2096-DF54-CB41-726A5A48F903}"/>
              </a:ext>
            </a:extLst>
          </p:cNvPr>
          <p:cNvSpPr>
            <a:spLocks noGrp="1"/>
          </p:cNvSpPr>
          <p:nvPr>
            <p:ph type="pic" idx="1"/>
          </p:nvPr>
        </p:nvSpPr>
        <p:spPr>
          <a:xfrm>
            <a:off x="5183190" y="987425"/>
            <a:ext cx="6172201" cy="4873625"/>
          </a:xfrm>
        </p:spPr>
        <p:txBody>
          <a:bodyPr/>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endParaRPr lang="en-IN"/>
          </a:p>
        </p:txBody>
      </p:sp>
      <p:sp>
        <p:nvSpPr>
          <p:cNvPr id="4" name="Text Placeholder 3">
            <a:extLst>
              <a:ext uri="{FF2B5EF4-FFF2-40B4-BE49-F238E27FC236}">
                <a16:creationId xmlns:a16="http://schemas.microsoft.com/office/drawing/2014/main" id="{0A65307B-C722-07B7-39EB-E1850225F6B8}"/>
              </a:ext>
            </a:extLst>
          </p:cNvPr>
          <p:cNvSpPr>
            <a:spLocks noGrp="1"/>
          </p:cNvSpPr>
          <p:nvPr>
            <p:ph type="body" sz="half" idx="2"/>
          </p:nvPr>
        </p:nvSpPr>
        <p:spPr>
          <a:xfrm>
            <a:off x="839791" y="2057400"/>
            <a:ext cx="3932236" cy="3811588"/>
          </a:xfrm>
        </p:spPr>
        <p:txBody>
          <a:bodyPr/>
          <a:lstStyle>
            <a:lvl1pPr marL="0" indent="0">
              <a:buNone/>
              <a:defRPr sz="1600"/>
            </a:lvl1pPr>
            <a:lvl2pPr marL="457206" indent="0">
              <a:buNone/>
              <a:defRPr sz="1401"/>
            </a:lvl2pPr>
            <a:lvl3pPr marL="914411" indent="0">
              <a:buNone/>
              <a:defRPr sz="1200"/>
            </a:lvl3pPr>
            <a:lvl4pPr marL="1371617" indent="0">
              <a:buNone/>
              <a:defRPr sz="1001"/>
            </a:lvl4pPr>
            <a:lvl5pPr marL="1828823" indent="0">
              <a:buNone/>
              <a:defRPr sz="1001"/>
            </a:lvl5pPr>
            <a:lvl6pPr marL="2286029" indent="0">
              <a:buNone/>
              <a:defRPr sz="1001"/>
            </a:lvl6pPr>
            <a:lvl7pPr marL="2743234" indent="0">
              <a:buNone/>
              <a:defRPr sz="1001"/>
            </a:lvl7pPr>
            <a:lvl8pPr marL="3200440" indent="0">
              <a:buNone/>
              <a:defRPr sz="1001"/>
            </a:lvl8pPr>
            <a:lvl9pPr marL="3657646" indent="0">
              <a:buNone/>
              <a:defRPr sz="1001"/>
            </a:lvl9pPr>
          </a:lstStyle>
          <a:p>
            <a:pPr lvl="0"/>
            <a:r>
              <a:rPr lang="en-US"/>
              <a:t>Click to edit Master text styles</a:t>
            </a:r>
          </a:p>
        </p:txBody>
      </p:sp>
      <p:sp>
        <p:nvSpPr>
          <p:cNvPr id="5" name="Date Placeholder 4">
            <a:extLst>
              <a:ext uri="{FF2B5EF4-FFF2-40B4-BE49-F238E27FC236}">
                <a16:creationId xmlns:a16="http://schemas.microsoft.com/office/drawing/2014/main" id="{E1FC4ABA-EBEC-EAA8-0A15-6746334159CD}"/>
              </a:ext>
            </a:extLst>
          </p:cNvPr>
          <p:cNvSpPr>
            <a:spLocks noGrp="1"/>
          </p:cNvSpPr>
          <p:nvPr>
            <p:ph type="dt" sz="half" idx="10"/>
          </p:nvPr>
        </p:nvSpPr>
        <p:spPr/>
        <p:txBody>
          <a:bodyPr/>
          <a:lstStyle/>
          <a:p>
            <a:fld id="{08770538-0A31-4084-BBC4-3874EB35255F}" type="datetime1">
              <a:rPr lang="en-IN" smtClean="0"/>
              <a:t>28-02-2026</a:t>
            </a:fld>
            <a:endParaRPr lang="en-IN"/>
          </a:p>
        </p:txBody>
      </p:sp>
      <p:sp>
        <p:nvSpPr>
          <p:cNvPr id="6" name="Footer Placeholder 5">
            <a:extLst>
              <a:ext uri="{FF2B5EF4-FFF2-40B4-BE49-F238E27FC236}">
                <a16:creationId xmlns:a16="http://schemas.microsoft.com/office/drawing/2014/main" id="{39412C35-1B5F-2E70-4861-4DF15245DEF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B516126-EED2-44F8-4182-18BE86CA2995}"/>
              </a:ext>
            </a:extLst>
          </p:cNvPr>
          <p:cNvSpPr>
            <a:spLocks noGrp="1"/>
          </p:cNvSpPr>
          <p:nvPr>
            <p:ph type="sldNum" sz="quarter" idx="12"/>
          </p:nvPr>
        </p:nvSpPr>
        <p:spPr/>
        <p:txBody>
          <a:bodyPr/>
          <a:lstStyle/>
          <a:p>
            <a:fld id="{03F67448-8E76-4088-8C0F-9DC880FFD75C}" type="slidenum">
              <a:rPr lang="en-IN" smtClean="0"/>
              <a:t>‹#›</a:t>
            </a:fld>
            <a:endParaRPr lang="en-IN"/>
          </a:p>
        </p:txBody>
      </p:sp>
    </p:spTree>
    <p:extLst>
      <p:ext uri="{BB962C8B-B14F-4D97-AF65-F5344CB8AC3E}">
        <p14:creationId xmlns:p14="http://schemas.microsoft.com/office/powerpoint/2010/main" val="4649386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E58F6-AD6F-FB5A-AED9-E081D3C7E84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8706B84-4B58-5AEF-4E62-A49CEA5F592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EE3EECB-FB86-4ECF-C56E-AFD5EA8B6D26}"/>
              </a:ext>
            </a:extLst>
          </p:cNvPr>
          <p:cNvSpPr>
            <a:spLocks noGrp="1"/>
          </p:cNvSpPr>
          <p:nvPr>
            <p:ph type="dt" sz="half" idx="10"/>
          </p:nvPr>
        </p:nvSpPr>
        <p:spPr/>
        <p:txBody>
          <a:bodyPr/>
          <a:lstStyle/>
          <a:p>
            <a:fld id="{56BDE620-75BA-42E3-B55F-A02EA3BAA900}" type="datetime1">
              <a:rPr lang="en-IN" smtClean="0"/>
              <a:t>28-02-2026</a:t>
            </a:fld>
            <a:endParaRPr lang="en-IN"/>
          </a:p>
        </p:txBody>
      </p:sp>
      <p:sp>
        <p:nvSpPr>
          <p:cNvPr id="5" name="Footer Placeholder 4">
            <a:extLst>
              <a:ext uri="{FF2B5EF4-FFF2-40B4-BE49-F238E27FC236}">
                <a16:creationId xmlns:a16="http://schemas.microsoft.com/office/drawing/2014/main" id="{3A1918B6-26BB-C0F4-B5D9-64E24B867E1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123CDD1-5B88-7250-C93A-D2A0793866EB}"/>
              </a:ext>
            </a:extLst>
          </p:cNvPr>
          <p:cNvSpPr>
            <a:spLocks noGrp="1"/>
          </p:cNvSpPr>
          <p:nvPr>
            <p:ph type="sldNum" sz="quarter" idx="12"/>
          </p:nvPr>
        </p:nvSpPr>
        <p:spPr/>
        <p:txBody>
          <a:bodyPr/>
          <a:lstStyle/>
          <a:p>
            <a:fld id="{03F67448-8E76-4088-8C0F-9DC880FFD75C}" type="slidenum">
              <a:rPr lang="en-IN" smtClean="0"/>
              <a:t>‹#›</a:t>
            </a:fld>
            <a:endParaRPr lang="en-IN"/>
          </a:p>
        </p:txBody>
      </p:sp>
    </p:spTree>
    <p:extLst>
      <p:ext uri="{BB962C8B-B14F-4D97-AF65-F5344CB8AC3E}">
        <p14:creationId xmlns:p14="http://schemas.microsoft.com/office/powerpoint/2010/main" val="4353662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405793B-34E0-E0DB-C8AE-655A5DF0B8CB}"/>
              </a:ext>
            </a:extLst>
          </p:cNvPr>
          <p:cNvSpPr>
            <a:spLocks noGrp="1"/>
          </p:cNvSpPr>
          <p:nvPr>
            <p:ph type="title" orient="vert"/>
          </p:nvPr>
        </p:nvSpPr>
        <p:spPr>
          <a:xfrm>
            <a:off x="8724899"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C8A8219-57FE-6B9D-B5DF-991F5603433C}"/>
              </a:ext>
            </a:extLst>
          </p:cNvPr>
          <p:cNvSpPr>
            <a:spLocks noGrp="1"/>
          </p:cNvSpPr>
          <p:nvPr>
            <p:ph type="body" orient="vert" idx="1"/>
          </p:nvPr>
        </p:nvSpPr>
        <p:spPr>
          <a:xfrm>
            <a:off x="838199"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ACBE125-D33F-5D2A-7F16-A261A909CC57}"/>
              </a:ext>
            </a:extLst>
          </p:cNvPr>
          <p:cNvSpPr>
            <a:spLocks noGrp="1"/>
          </p:cNvSpPr>
          <p:nvPr>
            <p:ph type="dt" sz="half" idx="10"/>
          </p:nvPr>
        </p:nvSpPr>
        <p:spPr/>
        <p:txBody>
          <a:bodyPr/>
          <a:lstStyle/>
          <a:p>
            <a:fld id="{77C213C4-D20C-49F0-976F-F2A6ABBEC592}" type="datetime1">
              <a:rPr lang="en-IN" smtClean="0"/>
              <a:t>28-02-2026</a:t>
            </a:fld>
            <a:endParaRPr lang="en-IN"/>
          </a:p>
        </p:txBody>
      </p:sp>
      <p:sp>
        <p:nvSpPr>
          <p:cNvPr id="5" name="Footer Placeholder 4">
            <a:extLst>
              <a:ext uri="{FF2B5EF4-FFF2-40B4-BE49-F238E27FC236}">
                <a16:creationId xmlns:a16="http://schemas.microsoft.com/office/drawing/2014/main" id="{B78C3A23-882F-4F63-65A1-4C520715921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C63E8DC-0008-3CE6-3593-C97F845BB3E6}"/>
              </a:ext>
            </a:extLst>
          </p:cNvPr>
          <p:cNvSpPr>
            <a:spLocks noGrp="1"/>
          </p:cNvSpPr>
          <p:nvPr>
            <p:ph type="sldNum" sz="quarter" idx="12"/>
          </p:nvPr>
        </p:nvSpPr>
        <p:spPr/>
        <p:txBody>
          <a:bodyPr/>
          <a:lstStyle/>
          <a:p>
            <a:fld id="{03F67448-8E76-4088-8C0F-9DC880FFD75C}" type="slidenum">
              <a:rPr lang="en-IN" smtClean="0"/>
              <a:t>‹#›</a:t>
            </a:fld>
            <a:endParaRPr lang="en-IN"/>
          </a:p>
        </p:txBody>
      </p:sp>
    </p:spTree>
    <p:extLst>
      <p:ext uri="{BB962C8B-B14F-4D97-AF65-F5344CB8AC3E}">
        <p14:creationId xmlns:p14="http://schemas.microsoft.com/office/powerpoint/2010/main" val="13320148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412CEC21-FD8E-4D6C-A2FA-43FC25C629E3}"/>
              </a:ext>
            </a:extLst>
          </p:cNvPr>
          <p:cNvSpPr>
            <a:spLocks noGrp="1"/>
          </p:cNvSpPr>
          <p:nvPr>
            <p:ph type="pic" sz="quarter" idx="10"/>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txBody>
          <a:bodyPr wrap="square">
            <a:noAutofit/>
          </a:bodyPr>
          <a:lstStyle/>
          <a:p>
            <a:r>
              <a:rPr lang="en-US"/>
              <a:t>Click icon to add picture</a:t>
            </a:r>
            <a:endParaRPr lang="en-IN"/>
          </a:p>
        </p:txBody>
      </p:sp>
    </p:spTree>
    <p:extLst>
      <p:ext uri="{BB962C8B-B14F-4D97-AF65-F5344CB8AC3E}">
        <p14:creationId xmlns:p14="http://schemas.microsoft.com/office/powerpoint/2010/main" val="474495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CF7346-18E5-9E8E-E882-41038BA4C70A}"/>
              </a:ext>
            </a:extLst>
          </p:cNvPr>
          <p:cNvSpPr>
            <a:spLocks noGrp="1"/>
          </p:cNvSpPr>
          <p:nvPr>
            <p:ph type="title"/>
          </p:nvPr>
        </p:nvSpPr>
        <p:spPr>
          <a:xfrm>
            <a:off x="838204" y="365126"/>
            <a:ext cx="9296400" cy="698502"/>
          </a:xfrm>
          <a:prstGeom prst="rect">
            <a:avLst/>
          </a:prstGeom>
        </p:spPr>
        <p:txBody>
          <a:bodyPr vert="horz" lIns="91440" tIns="45720" rIns="91440" bIns="45720" rtlCol="0" anchor="ctr">
            <a:normAutofit/>
          </a:bodyPr>
          <a:lstStyle/>
          <a:p>
            <a:r>
              <a:rPr lang="en-US"/>
              <a:t>Click to edit Master title style</a:t>
            </a:r>
            <a:endParaRPr lang="en-IN" dirty="0"/>
          </a:p>
        </p:txBody>
      </p:sp>
      <p:sp>
        <p:nvSpPr>
          <p:cNvPr id="3" name="Text Placeholder 2">
            <a:extLst>
              <a:ext uri="{FF2B5EF4-FFF2-40B4-BE49-F238E27FC236}">
                <a16:creationId xmlns:a16="http://schemas.microsoft.com/office/drawing/2014/main" id="{5067BE33-2258-EA19-9D7F-91944CAD8DD1}"/>
              </a:ext>
            </a:extLst>
          </p:cNvPr>
          <p:cNvSpPr>
            <a:spLocks noGrp="1"/>
          </p:cNvSpPr>
          <p:nvPr>
            <p:ph type="body" idx="1"/>
          </p:nvPr>
        </p:nvSpPr>
        <p:spPr>
          <a:xfrm>
            <a:off x="838204" y="1214207"/>
            <a:ext cx="10515600" cy="496275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 name="Date Placeholder 3">
            <a:extLst>
              <a:ext uri="{FF2B5EF4-FFF2-40B4-BE49-F238E27FC236}">
                <a16:creationId xmlns:a16="http://schemas.microsoft.com/office/drawing/2014/main" id="{8FCC2131-9910-F5A5-B865-B913CED0EEB7}"/>
              </a:ext>
            </a:extLst>
          </p:cNvPr>
          <p:cNvSpPr>
            <a:spLocks noGrp="1"/>
          </p:cNvSpPr>
          <p:nvPr>
            <p:ph type="dt" sz="half" idx="2"/>
          </p:nvPr>
        </p:nvSpPr>
        <p:spPr>
          <a:xfrm>
            <a:off x="838201"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2F00A94-AA0F-4032-84AA-4728E7FB6F95}" type="datetime1">
              <a:rPr lang="en-IN" smtClean="0"/>
              <a:t>28-02-2026</a:t>
            </a:fld>
            <a:endParaRPr lang="en-IN"/>
          </a:p>
        </p:txBody>
      </p:sp>
      <p:sp>
        <p:nvSpPr>
          <p:cNvPr id="5" name="Footer Placeholder 4">
            <a:extLst>
              <a:ext uri="{FF2B5EF4-FFF2-40B4-BE49-F238E27FC236}">
                <a16:creationId xmlns:a16="http://schemas.microsoft.com/office/drawing/2014/main" id="{3284213A-0596-FEE6-4B82-362CB266DDDA}"/>
              </a:ext>
            </a:extLst>
          </p:cNvPr>
          <p:cNvSpPr>
            <a:spLocks noGrp="1"/>
          </p:cNvSpPr>
          <p:nvPr>
            <p:ph type="ftr" sz="quarter" idx="3"/>
          </p:nvPr>
        </p:nvSpPr>
        <p:spPr>
          <a:xfrm>
            <a:off x="4038604"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886CA75-1535-14BB-9F09-83E964119FB1}"/>
              </a:ext>
            </a:extLst>
          </p:cNvPr>
          <p:cNvSpPr>
            <a:spLocks noGrp="1"/>
          </p:cNvSpPr>
          <p:nvPr>
            <p:ph type="sldNum" sz="quarter" idx="4"/>
          </p:nvPr>
        </p:nvSpPr>
        <p:spPr>
          <a:xfrm>
            <a:off x="8610601"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F67448-8E76-4088-8C0F-9DC880FFD75C}" type="slidenum">
              <a:rPr lang="en-IN" smtClean="0"/>
              <a:t>‹#›</a:t>
            </a:fld>
            <a:endParaRPr lang="en-IN" dirty="0"/>
          </a:p>
        </p:txBody>
      </p:sp>
      <p:cxnSp>
        <p:nvCxnSpPr>
          <p:cNvPr id="8" name="Straight Connector 7">
            <a:extLst>
              <a:ext uri="{FF2B5EF4-FFF2-40B4-BE49-F238E27FC236}">
                <a16:creationId xmlns:a16="http://schemas.microsoft.com/office/drawing/2014/main" id="{0A3E5E16-10A2-AAED-8F30-8B2D814E7516}"/>
              </a:ext>
            </a:extLst>
          </p:cNvPr>
          <p:cNvCxnSpPr>
            <a:cxnSpLocks/>
          </p:cNvCxnSpPr>
          <p:nvPr/>
        </p:nvCxnSpPr>
        <p:spPr>
          <a:xfrm>
            <a:off x="827314" y="1113749"/>
            <a:ext cx="10526485" cy="0"/>
          </a:xfrm>
          <a:prstGeom prst="line">
            <a:avLst/>
          </a:prstGeom>
          <a:ln w="571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CEA2CBCA-A37E-A234-53B5-947D80977681}"/>
              </a:ext>
            </a:extLst>
          </p:cNvPr>
          <p:cNvCxnSpPr/>
          <p:nvPr/>
        </p:nvCxnSpPr>
        <p:spPr>
          <a:xfrm>
            <a:off x="838204" y="6272667"/>
            <a:ext cx="10515600" cy="0"/>
          </a:xfrm>
          <a:prstGeom prst="line">
            <a:avLst/>
          </a:prstGeom>
          <a:ln w="571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7" name="Group 16">
            <a:extLst>
              <a:ext uri="{FF2B5EF4-FFF2-40B4-BE49-F238E27FC236}">
                <a16:creationId xmlns:a16="http://schemas.microsoft.com/office/drawing/2014/main" id="{46ECDDA8-E81A-2BAC-F325-C39F27FF4528}"/>
              </a:ext>
            </a:extLst>
          </p:cNvPr>
          <p:cNvGrpSpPr/>
          <p:nvPr/>
        </p:nvGrpSpPr>
        <p:grpSpPr>
          <a:xfrm>
            <a:off x="10472062" y="1023709"/>
            <a:ext cx="881740" cy="49899"/>
            <a:chOff x="10472059" y="1023707"/>
            <a:chExt cx="881740" cy="49899"/>
          </a:xfrm>
        </p:grpSpPr>
        <p:grpSp>
          <p:nvGrpSpPr>
            <p:cNvPr id="9" name="Group 8">
              <a:extLst>
                <a:ext uri="{FF2B5EF4-FFF2-40B4-BE49-F238E27FC236}">
                  <a16:creationId xmlns:a16="http://schemas.microsoft.com/office/drawing/2014/main" id="{FF565A3C-E2AE-E175-23D7-2871C255FF66}"/>
                </a:ext>
              </a:extLst>
            </p:cNvPr>
            <p:cNvGrpSpPr/>
            <p:nvPr/>
          </p:nvGrpSpPr>
          <p:grpSpPr>
            <a:xfrm>
              <a:off x="10918372" y="1024176"/>
              <a:ext cx="435427" cy="49430"/>
              <a:chOff x="10918372" y="1024176"/>
              <a:chExt cx="435427" cy="49430"/>
            </a:xfrm>
          </p:grpSpPr>
          <p:sp>
            <p:nvSpPr>
              <p:cNvPr id="12" name="Rectangle: Single Corner Snipped 11">
                <a:extLst>
                  <a:ext uri="{FF2B5EF4-FFF2-40B4-BE49-F238E27FC236}">
                    <a16:creationId xmlns:a16="http://schemas.microsoft.com/office/drawing/2014/main" id="{9F83BBE8-7AF6-FEF7-1C8C-71E9B3DAE424}"/>
                  </a:ext>
                </a:extLst>
              </p:cNvPr>
              <p:cNvSpPr/>
              <p:nvPr/>
            </p:nvSpPr>
            <p:spPr>
              <a:xfrm>
                <a:off x="11146971" y="1024176"/>
                <a:ext cx="206828" cy="49430"/>
              </a:xfrm>
              <a:prstGeom prst="snip1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1"/>
              </a:p>
            </p:txBody>
          </p:sp>
          <p:sp>
            <p:nvSpPr>
              <p:cNvPr id="7" name="Rectangle: Single Corner Snipped 6">
                <a:extLst>
                  <a:ext uri="{FF2B5EF4-FFF2-40B4-BE49-F238E27FC236}">
                    <a16:creationId xmlns:a16="http://schemas.microsoft.com/office/drawing/2014/main" id="{DEBA32B2-4547-3EE1-474B-F2FA0779E3A7}"/>
                  </a:ext>
                </a:extLst>
              </p:cNvPr>
              <p:cNvSpPr/>
              <p:nvPr/>
            </p:nvSpPr>
            <p:spPr>
              <a:xfrm>
                <a:off x="10918372" y="1024177"/>
                <a:ext cx="206828" cy="49429"/>
              </a:xfrm>
              <a:prstGeom prst="snip1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1"/>
              </a:p>
            </p:txBody>
          </p:sp>
        </p:grpSp>
        <p:grpSp>
          <p:nvGrpSpPr>
            <p:cNvPr id="14" name="Group 13">
              <a:extLst>
                <a:ext uri="{FF2B5EF4-FFF2-40B4-BE49-F238E27FC236}">
                  <a16:creationId xmlns:a16="http://schemas.microsoft.com/office/drawing/2014/main" id="{6963D3AE-1E5F-C031-C260-271864E0AE76}"/>
                </a:ext>
              </a:extLst>
            </p:cNvPr>
            <p:cNvGrpSpPr/>
            <p:nvPr/>
          </p:nvGrpSpPr>
          <p:grpSpPr>
            <a:xfrm>
              <a:off x="10472059" y="1023707"/>
              <a:ext cx="435427" cy="49430"/>
              <a:chOff x="10918372" y="1024176"/>
              <a:chExt cx="435427" cy="49430"/>
            </a:xfrm>
          </p:grpSpPr>
          <p:sp>
            <p:nvSpPr>
              <p:cNvPr id="15" name="Rectangle: Single Corner Snipped 14">
                <a:extLst>
                  <a:ext uri="{FF2B5EF4-FFF2-40B4-BE49-F238E27FC236}">
                    <a16:creationId xmlns:a16="http://schemas.microsoft.com/office/drawing/2014/main" id="{9CD76FA1-6888-BC28-EECA-938FC3B8E4EB}"/>
                  </a:ext>
                </a:extLst>
              </p:cNvPr>
              <p:cNvSpPr/>
              <p:nvPr/>
            </p:nvSpPr>
            <p:spPr>
              <a:xfrm>
                <a:off x="11146971" y="1024176"/>
                <a:ext cx="206828" cy="49430"/>
              </a:xfrm>
              <a:prstGeom prst="snip1Rect">
                <a:avLst>
                  <a:gd name="adj" fmla="val 50000"/>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sz="1801"/>
              </a:p>
            </p:txBody>
          </p:sp>
          <p:sp>
            <p:nvSpPr>
              <p:cNvPr id="16" name="Rectangle: Single Corner Snipped 15">
                <a:extLst>
                  <a:ext uri="{FF2B5EF4-FFF2-40B4-BE49-F238E27FC236}">
                    <a16:creationId xmlns:a16="http://schemas.microsoft.com/office/drawing/2014/main" id="{878C3A61-B110-FE03-21FB-1BE887A559D4}"/>
                  </a:ext>
                </a:extLst>
              </p:cNvPr>
              <p:cNvSpPr/>
              <p:nvPr/>
            </p:nvSpPr>
            <p:spPr>
              <a:xfrm>
                <a:off x="10918372" y="1024177"/>
                <a:ext cx="206828" cy="49429"/>
              </a:xfrm>
              <a:prstGeom prst="snip1Rect">
                <a:avLst>
                  <a:gd name="adj" fmla="val 50000"/>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sz="1801"/>
              </a:p>
            </p:txBody>
          </p:sp>
        </p:grpSp>
      </p:grpSp>
      <p:grpSp>
        <p:nvGrpSpPr>
          <p:cNvPr id="18" name="Group 17">
            <a:extLst>
              <a:ext uri="{FF2B5EF4-FFF2-40B4-BE49-F238E27FC236}">
                <a16:creationId xmlns:a16="http://schemas.microsoft.com/office/drawing/2014/main" id="{CF846BAF-4509-D234-2BA2-9A1FB99AE3BE}"/>
              </a:ext>
            </a:extLst>
          </p:cNvPr>
          <p:cNvGrpSpPr/>
          <p:nvPr/>
        </p:nvGrpSpPr>
        <p:grpSpPr>
          <a:xfrm flipV="1">
            <a:off x="859974" y="6308730"/>
            <a:ext cx="3135084" cy="71645"/>
            <a:chOff x="10472059" y="1023707"/>
            <a:chExt cx="881740" cy="49899"/>
          </a:xfrm>
        </p:grpSpPr>
        <p:grpSp>
          <p:nvGrpSpPr>
            <p:cNvPr id="19" name="Group 18">
              <a:extLst>
                <a:ext uri="{FF2B5EF4-FFF2-40B4-BE49-F238E27FC236}">
                  <a16:creationId xmlns:a16="http://schemas.microsoft.com/office/drawing/2014/main" id="{3479F2F6-6398-4D1B-FBF0-2B42C46F2B21}"/>
                </a:ext>
              </a:extLst>
            </p:cNvPr>
            <p:cNvGrpSpPr/>
            <p:nvPr/>
          </p:nvGrpSpPr>
          <p:grpSpPr>
            <a:xfrm>
              <a:off x="10918372" y="1024176"/>
              <a:ext cx="435427" cy="49430"/>
              <a:chOff x="10918372" y="1024176"/>
              <a:chExt cx="435427" cy="49430"/>
            </a:xfrm>
          </p:grpSpPr>
          <p:sp>
            <p:nvSpPr>
              <p:cNvPr id="23" name="Rectangle: Single Corner Snipped 22">
                <a:extLst>
                  <a:ext uri="{FF2B5EF4-FFF2-40B4-BE49-F238E27FC236}">
                    <a16:creationId xmlns:a16="http://schemas.microsoft.com/office/drawing/2014/main" id="{DFA47EF9-A9B4-1744-8CEA-7D62BD1BA0DD}"/>
                  </a:ext>
                </a:extLst>
              </p:cNvPr>
              <p:cNvSpPr/>
              <p:nvPr/>
            </p:nvSpPr>
            <p:spPr>
              <a:xfrm>
                <a:off x="11146971" y="1024176"/>
                <a:ext cx="206828" cy="49430"/>
              </a:xfrm>
              <a:prstGeom prst="snip1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1"/>
              </a:p>
            </p:txBody>
          </p:sp>
          <p:sp>
            <p:nvSpPr>
              <p:cNvPr id="24" name="Rectangle: Single Corner Snipped 23">
                <a:extLst>
                  <a:ext uri="{FF2B5EF4-FFF2-40B4-BE49-F238E27FC236}">
                    <a16:creationId xmlns:a16="http://schemas.microsoft.com/office/drawing/2014/main" id="{91C1E7F3-8691-C2A0-F68D-7548E903F447}"/>
                  </a:ext>
                </a:extLst>
              </p:cNvPr>
              <p:cNvSpPr/>
              <p:nvPr/>
            </p:nvSpPr>
            <p:spPr>
              <a:xfrm>
                <a:off x="10918372" y="1024177"/>
                <a:ext cx="206828" cy="49429"/>
              </a:xfrm>
              <a:prstGeom prst="snip1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1"/>
              </a:p>
            </p:txBody>
          </p:sp>
        </p:grpSp>
        <p:grpSp>
          <p:nvGrpSpPr>
            <p:cNvPr id="20" name="Group 19">
              <a:extLst>
                <a:ext uri="{FF2B5EF4-FFF2-40B4-BE49-F238E27FC236}">
                  <a16:creationId xmlns:a16="http://schemas.microsoft.com/office/drawing/2014/main" id="{D8C1B72C-EC65-9A9F-4657-CE299F2E706F}"/>
                </a:ext>
              </a:extLst>
            </p:cNvPr>
            <p:cNvGrpSpPr/>
            <p:nvPr/>
          </p:nvGrpSpPr>
          <p:grpSpPr>
            <a:xfrm>
              <a:off x="10472059" y="1023707"/>
              <a:ext cx="435427" cy="49430"/>
              <a:chOff x="10918372" y="1024176"/>
              <a:chExt cx="435427" cy="49430"/>
            </a:xfrm>
          </p:grpSpPr>
          <p:sp>
            <p:nvSpPr>
              <p:cNvPr id="21" name="Rectangle: Single Corner Snipped 20">
                <a:extLst>
                  <a:ext uri="{FF2B5EF4-FFF2-40B4-BE49-F238E27FC236}">
                    <a16:creationId xmlns:a16="http://schemas.microsoft.com/office/drawing/2014/main" id="{A89642AA-842A-1429-285F-2B6D229B2DD5}"/>
                  </a:ext>
                </a:extLst>
              </p:cNvPr>
              <p:cNvSpPr/>
              <p:nvPr/>
            </p:nvSpPr>
            <p:spPr>
              <a:xfrm>
                <a:off x="11146971" y="1024176"/>
                <a:ext cx="206828" cy="49430"/>
              </a:xfrm>
              <a:prstGeom prst="snip1Rect">
                <a:avLst>
                  <a:gd name="adj" fmla="val 50000"/>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sz="1801"/>
              </a:p>
            </p:txBody>
          </p:sp>
          <p:sp>
            <p:nvSpPr>
              <p:cNvPr id="22" name="Rectangle: Single Corner Snipped 21">
                <a:extLst>
                  <a:ext uri="{FF2B5EF4-FFF2-40B4-BE49-F238E27FC236}">
                    <a16:creationId xmlns:a16="http://schemas.microsoft.com/office/drawing/2014/main" id="{8A182473-5DCE-FA8E-AFFD-81648C5D2371}"/>
                  </a:ext>
                </a:extLst>
              </p:cNvPr>
              <p:cNvSpPr/>
              <p:nvPr/>
            </p:nvSpPr>
            <p:spPr>
              <a:xfrm>
                <a:off x="10918372" y="1024177"/>
                <a:ext cx="206828" cy="49429"/>
              </a:xfrm>
              <a:prstGeom prst="snip1Rect">
                <a:avLst>
                  <a:gd name="adj" fmla="val 50000"/>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sz="1801"/>
              </a:p>
            </p:txBody>
          </p:sp>
        </p:grpSp>
      </p:grpSp>
      <p:pic>
        <p:nvPicPr>
          <p:cNvPr id="28" name="Picture 27" descr="A red and blue text on a white background&#10;&#10;AI-generated content may be incorrect.">
            <a:extLst>
              <a:ext uri="{FF2B5EF4-FFF2-40B4-BE49-F238E27FC236}">
                <a16:creationId xmlns:a16="http://schemas.microsoft.com/office/drawing/2014/main" id="{352C47E1-893F-ADB1-A23E-6CF5CCFC8588}"/>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9880528" y="10860"/>
            <a:ext cx="2304288" cy="640080"/>
          </a:xfrm>
          <a:prstGeom prst="rect">
            <a:avLst/>
          </a:prstGeom>
        </p:spPr>
      </p:pic>
      <p:sp>
        <p:nvSpPr>
          <p:cNvPr id="11" name="TextBox 10">
            <a:extLst>
              <a:ext uri="{FF2B5EF4-FFF2-40B4-BE49-F238E27FC236}">
                <a16:creationId xmlns:a16="http://schemas.microsoft.com/office/drawing/2014/main" id="{26150659-E2D5-F9A1-66D2-2E43FC0560D2}"/>
              </a:ext>
            </a:extLst>
          </p:cNvPr>
          <p:cNvSpPr txBox="1"/>
          <p:nvPr userDrawn="1"/>
        </p:nvSpPr>
        <p:spPr>
          <a:xfrm>
            <a:off x="854932" y="6317861"/>
            <a:ext cx="10493828" cy="369332"/>
          </a:xfrm>
          <a:prstGeom prst="rect">
            <a:avLst/>
          </a:prstGeom>
          <a:solidFill>
            <a:srgbClr val="CCECFF"/>
          </a:solidFill>
        </p:spPr>
        <p:style>
          <a:lnRef idx="2">
            <a:schemeClr val="dk1"/>
          </a:lnRef>
          <a:fillRef idx="1">
            <a:schemeClr val="lt1"/>
          </a:fillRef>
          <a:effectRef idx="0">
            <a:schemeClr val="dk1"/>
          </a:effectRef>
          <a:fontRef idx="minor">
            <a:schemeClr val="dk1"/>
          </a:fontRef>
        </p:style>
        <p:txBody>
          <a:bodyPr wrap="square" rtlCol="0">
            <a:spAutoFit/>
          </a:bodyPr>
          <a:lstStyle/>
          <a:p>
            <a:r>
              <a:rPr lang="en-IN" b="1" dirty="0">
                <a:effectLst/>
                <a:latin typeface="Times New Roman" panose="02020603050405020304" pitchFamily="18" charset="0"/>
                <a:cs typeface="Times New Roman" panose="02020603050405020304" pitchFamily="18" charset="0"/>
              </a:rPr>
              <a:t>Department of Advanced Computer Science and Engineering</a:t>
            </a:r>
          </a:p>
        </p:txBody>
      </p:sp>
    </p:spTree>
    <p:extLst>
      <p:ext uri="{BB962C8B-B14F-4D97-AF65-F5344CB8AC3E}">
        <p14:creationId xmlns:p14="http://schemas.microsoft.com/office/powerpoint/2010/main" val="989196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ftr="0" dt="0"/>
  <p:txStyles>
    <p:titleStyle>
      <a:lvl1pPr algn="l" defTabSz="914411"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4" indent="-228604" algn="l" defTabSz="914411" rtl="0" eaLnBrk="1" latinLnBrk="0" hangingPunct="1">
        <a:lnSpc>
          <a:spcPct val="90000"/>
        </a:lnSpc>
        <a:spcBef>
          <a:spcPts val="1001"/>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9" indent="-228604"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15" indent="-228604"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21"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Times New Roman" panose="02020603050405020304" pitchFamily="18" charset="0"/>
          <a:ea typeface="+mn-ea"/>
          <a:cs typeface="Times New Roman" panose="02020603050405020304" pitchFamily="18" charset="0"/>
        </a:defRPr>
      </a:lvl4pPr>
      <a:lvl5pPr marL="2057427"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Times New Roman" panose="02020603050405020304" pitchFamily="18" charset="0"/>
          <a:ea typeface="+mn-ea"/>
          <a:cs typeface="Times New Roman" panose="02020603050405020304" pitchFamily="18" charset="0"/>
        </a:defRPr>
      </a:lvl5pPr>
      <a:lvl6pPr marL="2514632"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38"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44"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49"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p:bodyStyle>
    <p:otherStyle>
      <a:defPPr>
        <a:defRPr lang="en-US"/>
      </a:defPPr>
      <a:lvl1pPr marL="0" algn="l" defTabSz="914411" rtl="0" eaLnBrk="1" latinLnBrk="0" hangingPunct="1">
        <a:defRPr sz="1801" kern="1200">
          <a:solidFill>
            <a:schemeClr val="tx1"/>
          </a:solidFill>
          <a:latin typeface="+mn-lt"/>
          <a:ea typeface="+mn-ea"/>
          <a:cs typeface="+mn-cs"/>
        </a:defRPr>
      </a:lvl1pPr>
      <a:lvl2pPr marL="457206" algn="l" defTabSz="914411" rtl="0" eaLnBrk="1" latinLnBrk="0" hangingPunct="1">
        <a:defRPr sz="1801" kern="1200">
          <a:solidFill>
            <a:schemeClr val="tx1"/>
          </a:solidFill>
          <a:latin typeface="+mn-lt"/>
          <a:ea typeface="+mn-ea"/>
          <a:cs typeface="+mn-cs"/>
        </a:defRPr>
      </a:lvl2pPr>
      <a:lvl3pPr marL="914411" algn="l" defTabSz="914411" rtl="0" eaLnBrk="1" latinLnBrk="0" hangingPunct="1">
        <a:defRPr sz="1801" kern="1200">
          <a:solidFill>
            <a:schemeClr val="tx1"/>
          </a:solidFill>
          <a:latin typeface="+mn-lt"/>
          <a:ea typeface="+mn-ea"/>
          <a:cs typeface="+mn-cs"/>
        </a:defRPr>
      </a:lvl3pPr>
      <a:lvl4pPr marL="1371617" algn="l" defTabSz="914411" rtl="0" eaLnBrk="1" latinLnBrk="0" hangingPunct="1">
        <a:defRPr sz="1801" kern="1200">
          <a:solidFill>
            <a:schemeClr val="tx1"/>
          </a:solidFill>
          <a:latin typeface="+mn-lt"/>
          <a:ea typeface="+mn-ea"/>
          <a:cs typeface="+mn-cs"/>
        </a:defRPr>
      </a:lvl4pPr>
      <a:lvl5pPr marL="1828823" algn="l" defTabSz="914411" rtl="0" eaLnBrk="1" latinLnBrk="0" hangingPunct="1">
        <a:defRPr sz="1801" kern="1200">
          <a:solidFill>
            <a:schemeClr val="tx1"/>
          </a:solidFill>
          <a:latin typeface="+mn-lt"/>
          <a:ea typeface="+mn-ea"/>
          <a:cs typeface="+mn-cs"/>
        </a:defRPr>
      </a:lvl5pPr>
      <a:lvl6pPr marL="2286029" algn="l" defTabSz="914411" rtl="0" eaLnBrk="1" latinLnBrk="0" hangingPunct="1">
        <a:defRPr sz="1801" kern="1200">
          <a:solidFill>
            <a:schemeClr val="tx1"/>
          </a:solidFill>
          <a:latin typeface="+mn-lt"/>
          <a:ea typeface="+mn-ea"/>
          <a:cs typeface="+mn-cs"/>
        </a:defRPr>
      </a:lvl6pPr>
      <a:lvl7pPr marL="2743234" algn="l" defTabSz="914411" rtl="0" eaLnBrk="1" latinLnBrk="0" hangingPunct="1">
        <a:defRPr sz="1801" kern="1200">
          <a:solidFill>
            <a:schemeClr val="tx1"/>
          </a:solidFill>
          <a:latin typeface="+mn-lt"/>
          <a:ea typeface="+mn-ea"/>
          <a:cs typeface="+mn-cs"/>
        </a:defRPr>
      </a:lvl7pPr>
      <a:lvl8pPr marL="3200440" algn="l" defTabSz="914411" rtl="0" eaLnBrk="1" latinLnBrk="0" hangingPunct="1">
        <a:defRPr sz="1801" kern="1200">
          <a:solidFill>
            <a:schemeClr val="tx1"/>
          </a:solidFill>
          <a:latin typeface="+mn-lt"/>
          <a:ea typeface="+mn-ea"/>
          <a:cs typeface="+mn-cs"/>
        </a:defRPr>
      </a:lvl8pPr>
      <a:lvl9pPr marL="3657646" algn="l" defTabSz="914411" rtl="0" eaLnBrk="1" latinLnBrk="0" hangingPunct="1">
        <a:defRPr sz="180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Layout" Target="../slideLayouts/slideLayout2.xml"/><Relationship Id="rId4" Type="http://schemas.openxmlformats.org/officeDocument/2006/relationships/image" Target="../media/image8.e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B20B72C-664B-FD5C-EDA6-0784C51EA99D}"/>
              </a:ext>
            </a:extLst>
          </p:cNvPr>
          <p:cNvSpPr>
            <a:spLocks noGrp="1" noRot="1" noMove="1" noResize="1" noEditPoints="1" noAdjustHandles="1" noChangeArrowheads="1" noChangeShapeType="1"/>
          </p:cNvSpPr>
          <p:nvPr/>
        </p:nvSpPr>
        <p:spPr>
          <a:xfrm>
            <a:off x="0" y="-1"/>
            <a:ext cx="12192000" cy="1516284"/>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latin typeface="Times New Roman" panose="02020603050405020304" pitchFamily="18" charset="0"/>
                <a:cs typeface="Times New Roman" panose="02020603050405020304" pitchFamily="18" charset="0"/>
              </a:rPr>
              <a:t>AI and IoT Powered Smart Stick For Personal Safety</a:t>
            </a:r>
            <a:endParaRPr lang="en-IN" sz="3600" dirty="0">
              <a:latin typeface="Times New Roman" panose="02020603050405020304" pitchFamily="18" charset="0"/>
              <a:cs typeface="Times New Roman" panose="02020603050405020304" pitchFamily="18" charset="0"/>
            </a:endParaRPr>
          </a:p>
        </p:txBody>
      </p:sp>
      <p:sp>
        <p:nvSpPr>
          <p:cNvPr id="5" name="Subtitle 2">
            <a:extLst>
              <a:ext uri="{FF2B5EF4-FFF2-40B4-BE49-F238E27FC236}">
                <a16:creationId xmlns:a16="http://schemas.microsoft.com/office/drawing/2014/main" id="{9F8023F4-A04D-D5CF-1368-C24CCF2F1BEF}"/>
              </a:ext>
            </a:extLst>
          </p:cNvPr>
          <p:cNvSpPr txBox="1">
            <a:spLocks/>
          </p:cNvSpPr>
          <p:nvPr/>
        </p:nvSpPr>
        <p:spPr>
          <a:xfrm>
            <a:off x="3744901" y="1516283"/>
            <a:ext cx="4324155" cy="2844000"/>
          </a:xfrm>
          <a:prstGeom prst="rect">
            <a:avLst/>
          </a:prstGeom>
        </p:spPr>
        <p:txBody>
          <a:bodyPr vert="horz" lIns="91440" tIns="45721" rIns="91440" bIns="45721" rtlCol="0">
            <a:normAutofit fontScale="70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210000"/>
              </a:lnSpc>
              <a:spcBef>
                <a:spcPts val="0"/>
              </a:spcBef>
            </a:pPr>
            <a:r>
              <a:rPr lang="en-IN" sz="2800" b="1" dirty="0">
                <a:ln w="0"/>
                <a:solidFill>
                  <a:srgbClr val="7030A0"/>
                </a:solidFill>
                <a:effectLst>
                  <a:outerShdw blurRad="38100" dist="19050" dir="2700000" algn="tl" rotWithShape="0">
                    <a:schemeClr val="dk1">
                      <a:alpha val="40000"/>
                    </a:schemeClr>
                  </a:outerShdw>
                </a:effectLst>
              </a:rPr>
              <a:t>Presented by</a:t>
            </a:r>
          </a:p>
          <a:p>
            <a:pPr>
              <a:spcBef>
                <a:spcPts val="0"/>
              </a:spcBef>
            </a:pPr>
            <a:r>
              <a:rPr lang="en-IN" dirty="0"/>
              <a:t>CH. Suraya Tej(231FA18218)</a:t>
            </a:r>
          </a:p>
          <a:p>
            <a:pPr>
              <a:spcBef>
                <a:spcPts val="0"/>
              </a:spcBef>
            </a:pPr>
            <a:endParaRPr lang="en-IN" dirty="0"/>
          </a:p>
          <a:p>
            <a:pPr>
              <a:spcBef>
                <a:spcPts val="0"/>
              </a:spcBef>
            </a:pPr>
            <a:r>
              <a:rPr lang="en-IN" dirty="0"/>
              <a:t>J. Sai Pradeep(231FA18264)</a:t>
            </a:r>
          </a:p>
          <a:p>
            <a:pPr>
              <a:spcBef>
                <a:spcPts val="0"/>
              </a:spcBef>
            </a:pPr>
            <a:endParaRPr lang="en-IN" dirty="0"/>
          </a:p>
          <a:p>
            <a:pPr>
              <a:spcBef>
                <a:spcPts val="0"/>
              </a:spcBef>
            </a:pPr>
            <a:r>
              <a:rPr lang="en-IN" dirty="0"/>
              <a:t>A. Bhanu Sri (231FA18274)</a:t>
            </a:r>
          </a:p>
          <a:p>
            <a:pPr>
              <a:spcBef>
                <a:spcPts val="0"/>
              </a:spcBef>
            </a:pPr>
            <a:endParaRPr lang="en-IN" dirty="0"/>
          </a:p>
          <a:p>
            <a:pPr>
              <a:spcBef>
                <a:spcPts val="0"/>
              </a:spcBef>
            </a:pPr>
            <a:r>
              <a:rPr lang="en-IN" dirty="0"/>
              <a:t>CH. Ramaiah(231FA18288)</a:t>
            </a:r>
          </a:p>
          <a:p>
            <a:pPr>
              <a:spcBef>
                <a:spcPts val="0"/>
              </a:spcBef>
            </a:pPr>
            <a:endParaRPr lang="en-IN" dirty="0"/>
          </a:p>
          <a:p>
            <a:r>
              <a:rPr lang="en-IN" sz="2000" b="1" dirty="0"/>
              <a:t>Under the Supervision of</a:t>
            </a:r>
          </a:p>
          <a:p>
            <a:pPr>
              <a:lnSpc>
                <a:spcPct val="100000"/>
              </a:lnSpc>
              <a:spcBef>
                <a:spcPts val="0"/>
              </a:spcBef>
            </a:pPr>
            <a:r>
              <a:rPr lang="en-IN" b="1" dirty="0">
                <a:solidFill>
                  <a:srgbClr val="8A18B8"/>
                </a:solidFill>
              </a:rPr>
              <a:t>Dr. </a:t>
            </a:r>
            <a:r>
              <a:rPr lang="en-IN" b="1" dirty="0" err="1">
                <a:solidFill>
                  <a:srgbClr val="8A18B8"/>
                </a:solidFill>
              </a:rPr>
              <a:t>A.V.Nageswara</a:t>
            </a:r>
            <a:r>
              <a:rPr lang="en-IN" b="1" dirty="0">
                <a:solidFill>
                  <a:srgbClr val="8A18B8"/>
                </a:solidFill>
              </a:rPr>
              <a:t> Rao</a:t>
            </a:r>
          </a:p>
          <a:p>
            <a:pPr>
              <a:lnSpc>
                <a:spcPct val="100000"/>
              </a:lnSpc>
              <a:spcBef>
                <a:spcPts val="0"/>
              </a:spcBef>
            </a:pPr>
            <a:r>
              <a:rPr lang="en-IN" dirty="0"/>
              <a:t>Assistant Professor, ACSE</a:t>
            </a:r>
          </a:p>
        </p:txBody>
      </p:sp>
      <p:pic>
        <p:nvPicPr>
          <p:cNvPr id="6" name="Picture 5" descr="Logo VFSTR&#10;">
            <a:extLst>
              <a:ext uri="{FF2B5EF4-FFF2-40B4-BE49-F238E27FC236}">
                <a16:creationId xmlns:a16="http://schemas.microsoft.com/office/drawing/2014/main" id="{F52B69C2-08CE-5BC1-E950-F23C94F43B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76926" y="4313029"/>
            <a:ext cx="3060107" cy="850028"/>
          </a:xfrm>
          <a:prstGeom prst="rect">
            <a:avLst/>
          </a:prstGeom>
        </p:spPr>
      </p:pic>
      <p:sp>
        <p:nvSpPr>
          <p:cNvPr id="8" name="TextBox 7">
            <a:extLst>
              <a:ext uri="{FF2B5EF4-FFF2-40B4-BE49-F238E27FC236}">
                <a16:creationId xmlns:a16="http://schemas.microsoft.com/office/drawing/2014/main" id="{AB115080-8C3C-C43E-1CDF-E3955B2D02EC}"/>
              </a:ext>
            </a:extLst>
          </p:cNvPr>
          <p:cNvSpPr txBox="1"/>
          <p:nvPr/>
        </p:nvSpPr>
        <p:spPr>
          <a:xfrm>
            <a:off x="1866104" y="5341717"/>
            <a:ext cx="8459791" cy="1508105"/>
          </a:xfrm>
          <a:prstGeom prst="rect">
            <a:avLst/>
          </a:prstGeom>
          <a:noFill/>
        </p:spPr>
        <p:txBody>
          <a:bodyPr wrap="square">
            <a:spAutoFit/>
          </a:bodyPr>
          <a:lstStyle/>
          <a:p>
            <a:pPr algn="ctr"/>
            <a:r>
              <a:rPr lang="en-IN" sz="2400" b="1" dirty="0">
                <a:latin typeface="Times New Roman" panose="02020603050405020304" pitchFamily="18" charset="0"/>
                <a:cs typeface="Times New Roman" panose="02020603050405020304" pitchFamily="18" charset="0"/>
              </a:rPr>
              <a:t>Department of Advanced Computer Science and Engineering</a:t>
            </a:r>
          </a:p>
          <a:p>
            <a:pPr algn="ctr"/>
            <a:r>
              <a:rPr lang="en-IN" sz="2400" dirty="0">
                <a:latin typeface="Times New Roman" panose="02020603050405020304" pitchFamily="18" charset="0"/>
                <a:cs typeface="Times New Roman" panose="02020603050405020304" pitchFamily="18" charset="0"/>
              </a:rPr>
              <a:t>School of Computing and Informatics</a:t>
            </a:r>
          </a:p>
          <a:p>
            <a:pPr algn="ctr"/>
            <a:r>
              <a:rPr lang="en-IN" sz="2400" dirty="0">
                <a:latin typeface="Times New Roman" panose="02020603050405020304" pitchFamily="18" charset="0"/>
                <a:cs typeface="Times New Roman" panose="02020603050405020304" pitchFamily="18" charset="0"/>
              </a:rPr>
              <a:t>Vignan’s Foundation for Science, Technology &amp; Research </a:t>
            </a:r>
          </a:p>
          <a:p>
            <a:pPr algn="ctr"/>
            <a:r>
              <a:rPr lang="en-IN" sz="2000" dirty="0">
                <a:latin typeface="Times New Roman" panose="02020603050405020304" pitchFamily="18" charset="0"/>
                <a:cs typeface="Times New Roman" panose="02020603050405020304" pitchFamily="18" charset="0"/>
              </a:rPr>
              <a:t>(Deemed to be University)</a:t>
            </a:r>
            <a:endParaRPr lang="en-IN" sz="2400"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2CA4977C-3EF7-5456-51AA-379A10BFA54D}"/>
              </a:ext>
            </a:extLst>
          </p:cNvPr>
          <p:cNvSpPr>
            <a:spLocks noGrp="1"/>
          </p:cNvSpPr>
          <p:nvPr>
            <p:ph type="sldNum" sz="quarter" idx="12"/>
          </p:nvPr>
        </p:nvSpPr>
        <p:spPr/>
        <p:txBody>
          <a:bodyPr/>
          <a:lstStyle/>
          <a:p>
            <a:fld id="{03F67448-8E76-4088-8C0F-9DC880FFD75C}" type="slidenum">
              <a:rPr lang="en-IN" smtClean="0"/>
              <a:t>1</a:t>
            </a:fld>
            <a:endParaRPr lang="en-IN"/>
          </a:p>
        </p:txBody>
      </p:sp>
    </p:spTree>
    <p:extLst>
      <p:ext uri="{BB962C8B-B14F-4D97-AF65-F5344CB8AC3E}">
        <p14:creationId xmlns:p14="http://schemas.microsoft.com/office/powerpoint/2010/main" val="1181822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FF0A9-6627-0462-CABC-8C6B78B89617}"/>
              </a:ext>
            </a:extLst>
          </p:cNvPr>
          <p:cNvSpPr>
            <a:spLocks noGrp="1"/>
          </p:cNvSpPr>
          <p:nvPr>
            <p:ph type="title"/>
          </p:nvPr>
        </p:nvSpPr>
        <p:spPr/>
        <p:txBody>
          <a:bodyPr/>
          <a:lstStyle/>
          <a:p>
            <a:r>
              <a:rPr lang="en-US" b="1" dirty="0"/>
              <a:t>Index</a:t>
            </a:r>
            <a:endParaRPr lang="en-IN" b="1" dirty="0"/>
          </a:p>
        </p:txBody>
      </p:sp>
      <p:sp>
        <p:nvSpPr>
          <p:cNvPr id="3" name="Content Placeholder 2">
            <a:extLst>
              <a:ext uri="{FF2B5EF4-FFF2-40B4-BE49-F238E27FC236}">
                <a16:creationId xmlns:a16="http://schemas.microsoft.com/office/drawing/2014/main" id="{A89A46D6-BEEA-510A-919E-B72F45937281}"/>
              </a:ext>
            </a:extLst>
          </p:cNvPr>
          <p:cNvSpPr>
            <a:spLocks noGrp="1"/>
          </p:cNvSpPr>
          <p:nvPr>
            <p:ph idx="1"/>
          </p:nvPr>
        </p:nvSpPr>
        <p:spPr/>
        <p:txBody>
          <a:bodyPr>
            <a:normAutofit/>
          </a:bodyPr>
          <a:lstStyle/>
          <a:p>
            <a:r>
              <a:rPr lang="en-US" dirty="0"/>
              <a:t>Introduction</a:t>
            </a:r>
          </a:p>
          <a:p>
            <a:r>
              <a:rPr lang="en-US" dirty="0"/>
              <a:t>Objectives</a:t>
            </a:r>
          </a:p>
          <a:p>
            <a:r>
              <a:rPr lang="en-US" dirty="0"/>
              <a:t>Literature Review</a:t>
            </a:r>
          </a:p>
          <a:p>
            <a:r>
              <a:rPr lang="en-US" dirty="0"/>
              <a:t>Problem Statement</a:t>
            </a:r>
          </a:p>
          <a:p>
            <a:r>
              <a:rPr lang="en-US" dirty="0"/>
              <a:t>Motivation</a:t>
            </a:r>
          </a:p>
          <a:p>
            <a:r>
              <a:rPr lang="en-US" dirty="0"/>
              <a:t>Methodology</a:t>
            </a:r>
          </a:p>
          <a:p>
            <a:r>
              <a:rPr lang="en-US" dirty="0"/>
              <a:t>Results and Analysis</a:t>
            </a:r>
          </a:p>
          <a:p>
            <a:r>
              <a:rPr lang="en-US" dirty="0"/>
              <a:t>Conclusion</a:t>
            </a:r>
          </a:p>
          <a:p>
            <a:r>
              <a:rPr lang="en-US" dirty="0"/>
              <a:t>References</a:t>
            </a:r>
            <a:endParaRPr lang="en-IN" dirty="0"/>
          </a:p>
        </p:txBody>
      </p:sp>
      <p:sp>
        <p:nvSpPr>
          <p:cNvPr id="4" name="Slide Number Placeholder 3">
            <a:extLst>
              <a:ext uri="{FF2B5EF4-FFF2-40B4-BE49-F238E27FC236}">
                <a16:creationId xmlns:a16="http://schemas.microsoft.com/office/drawing/2014/main" id="{26994937-437E-2967-DCFE-352440A66A99}"/>
              </a:ext>
            </a:extLst>
          </p:cNvPr>
          <p:cNvSpPr>
            <a:spLocks noGrp="1"/>
          </p:cNvSpPr>
          <p:nvPr>
            <p:ph type="sldNum" sz="quarter" idx="12"/>
          </p:nvPr>
        </p:nvSpPr>
        <p:spPr/>
        <p:txBody>
          <a:bodyPr/>
          <a:lstStyle/>
          <a:p>
            <a:fld id="{03F67448-8E76-4088-8C0F-9DC880FFD75C}" type="slidenum">
              <a:rPr lang="en-IN" smtClean="0"/>
              <a:t>2</a:t>
            </a:fld>
            <a:endParaRPr lang="en-IN"/>
          </a:p>
        </p:txBody>
      </p:sp>
    </p:spTree>
    <p:extLst>
      <p:ext uri="{BB962C8B-B14F-4D97-AF65-F5344CB8AC3E}">
        <p14:creationId xmlns:p14="http://schemas.microsoft.com/office/powerpoint/2010/main" val="2222964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14081-4DD1-9A22-F327-5B7C9999A700}"/>
              </a:ext>
            </a:extLst>
          </p:cNvPr>
          <p:cNvSpPr>
            <a:spLocks noGrp="1"/>
          </p:cNvSpPr>
          <p:nvPr>
            <p:ph type="title"/>
          </p:nvPr>
        </p:nvSpPr>
        <p:spPr/>
        <p:txBody>
          <a:bodyPr/>
          <a:lstStyle/>
          <a:p>
            <a:r>
              <a:rPr lang="en-US" b="1" dirty="0"/>
              <a:t>Introduction</a:t>
            </a:r>
            <a:endParaRPr lang="en-IN" b="1" dirty="0"/>
          </a:p>
        </p:txBody>
      </p:sp>
      <p:sp>
        <p:nvSpPr>
          <p:cNvPr id="3" name="Slide Number Placeholder 2">
            <a:extLst>
              <a:ext uri="{FF2B5EF4-FFF2-40B4-BE49-F238E27FC236}">
                <a16:creationId xmlns:a16="http://schemas.microsoft.com/office/drawing/2014/main" id="{B26ED67D-A633-2E42-D046-92F7D0E145B5}"/>
              </a:ext>
            </a:extLst>
          </p:cNvPr>
          <p:cNvSpPr>
            <a:spLocks noGrp="1"/>
          </p:cNvSpPr>
          <p:nvPr>
            <p:ph type="sldNum" sz="quarter" idx="12"/>
          </p:nvPr>
        </p:nvSpPr>
        <p:spPr/>
        <p:txBody>
          <a:bodyPr/>
          <a:lstStyle/>
          <a:p>
            <a:fld id="{03F67448-8E76-4088-8C0F-9DC880FFD75C}" type="slidenum">
              <a:rPr lang="en-IN" smtClean="0"/>
              <a:t>3</a:t>
            </a:fld>
            <a:endParaRPr lang="en-IN"/>
          </a:p>
        </p:txBody>
      </p:sp>
      <p:sp>
        <p:nvSpPr>
          <p:cNvPr id="6" name="Content Placeholder 5">
            <a:extLst>
              <a:ext uri="{FF2B5EF4-FFF2-40B4-BE49-F238E27FC236}">
                <a16:creationId xmlns:a16="http://schemas.microsoft.com/office/drawing/2014/main" id="{7706A2DB-B525-F8BC-8958-D9C4CAC16155}"/>
              </a:ext>
            </a:extLst>
          </p:cNvPr>
          <p:cNvSpPr>
            <a:spLocks noGrp="1"/>
          </p:cNvSpPr>
          <p:nvPr>
            <p:ph idx="1"/>
          </p:nvPr>
        </p:nvSpPr>
        <p:spPr>
          <a:xfrm>
            <a:off x="838204" y="1214207"/>
            <a:ext cx="10515600" cy="4962756"/>
          </a:xfrm>
        </p:spPr>
        <p:txBody>
          <a:bodyPr/>
          <a:lstStyle/>
          <a:p>
            <a:r>
              <a:rPr lang="en-US" dirty="0"/>
              <a:t>Human–wildlife conflict is increasing in areas near forests and farms. Due to forest destruction and expansion of villages, animals are entering human areas more frequently. Sudden animal encounters can cause injuries, loss of life, and property damage, especially for farmers and forest workers.</a:t>
            </a:r>
          </a:p>
          <a:p>
            <a:r>
              <a:rPr lang="en-US" dirty="0"/>
              <a:t>Currently, there is no simple and portable safety system that can warn people in real time when an animal is nearby.</a:t>
            </a:r>
          </a:p>
          <a:p>
            <a:r>
              <a:rPr lang="en-US" dirty="0"/>
              <a:t>To solve this problem, we propose an </a:t>
            </a:r>
            <a:r>
              <a:rPr lang="en-US" b="1" dirty="0"/>
              <a:t>AI and IoT-based Smart Stick</a:t>
            </a:r>
            <a:r>
              <a:rPr lang="en-US" dirty="0"/>
              <a:t> that uses an </a:t>
            </a:r>
            <a:r>
              <a:rPr lang="en-US" b="1" dirty="0"/>
              <a:t>ESP32-CAM</a:t>
            </a:r>
            <a:r>
              <a:rPr lang="en-US" dirty="0"/>
              <a:t> and a </a:t>
            </a:r>
            <a:r>
              <a:rPr lang="en-US" b="1" dirty="0"/>
              <a:t>YOLOv8 deep learning model</a:t>
            </a:r>
            <a:r>
              <a:rPr lang="en-US" dirty="0"/>
              <a:t> to detect animals in real time and give immediate alerts to the user.</a:t>
            </a:r>
          </a:p>
        </p:txBody>
      </p:sp>
    </p:spTree>
    <p:extLst>
      <p:ext uri="{BB962C8B-B14F-4D97-AF65-F5344CB8AC3E}">
        <p14:creationId xmlns:p14="http://schemas.microsoft.com/office/powerpoint/2010/main" val="735970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D6B5E3-6365-4392-4745-894C9B7DAF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0FF9CB-E98A-0C42-5436-0C78F29A6F7B}"/>
              </a:ext>
            </a:extLst>
          </p:cNvPr>
          <p:cNvSpPr>
            <a:spLocks noGrp="1"/>
          </p:cNvSpPr>
          <p:nvPr>
            <p:ph type="title"/>
          </p:nvPr>
        </p:nvSpPr>
        <p:spPr/>
        <p:txBody>
          <a:bodyPr/>
          <a:lstStyle/>
          <a:p>
            <a:r>
              <a:rPr lang="en-US" b="1" dirty="0"/>
              <a:t>Objectives</a:t>
            </a:r>
          </a:p>
        </p:txBody>
      </p:sp>
      <p:sp>
        <p:nvSpPr>
          <p:cNvPr id="3" name="Slide Number Placeholder 2">
            <a:extLst>
              <a:ext uri="{FF2B5EF4-FFF2-40B4-BE49-F238E27FC236}">
                <a16:creationId xmlns:a16="http://schemas.microsoft.com/office/drawing/2014/main" id="{FC2F4A68-6938-4C6D-6F52-E787A3FAEB2A}"/>
              </a:ext>
            </a:extLst>
          </p:cNvPr>
          <p:cNvSpPr>
            <a:spLocks noGrp="1"/>
          </p:cNvSpPr>
          <p:nvPr>
            <p:ph type="sldNum" sz="quarter" idx="12"/>
          </p:nvPr>
        </p:nvSpPr>
        <p:spPr/>
        <p:txBody>
          <a:bodyPr/>
          <a:lstStyle/>
          <a:p>
            <a:fld id="{03F67448-8E76-4088-8C0F-9DC880FFD75C}" type="slidenum">
              <a:rPr lang="en-IN" smtClean="0"/>
              <a:t>4</a:t>
            </a:fld>
            <a:endParaRPr lang="en-IN"/>
          </a:p>
        </p:txBody>
      </p:sp>
      <p:sp>
        <p:nvSpPr>
          <p:cNvPr id="6" name="Content Placeholder 5">
            <a:extLst>
              <a:ext uri="{FF2B5EF4-FFF2-40B4-BE49-F238E27FC236}">
                <a16:creationId xmlns:a16="http://schemas.microsoft.com/office/drawing/2014/main" id="{47A08D89-AF1C-BF72-A81D-12F7E8677002}"/>
              </a:ext>
            </a:extLst>
          </p:cNvPr>
          <p:cNvSpPr>
            <a:spLocks noGrp="1"/>
          </p:cNvSpPr>
          <p:nvPr>
            <p:ph idx="1"/>
          </p:nvPr>
        </p:nvSpPr>
        <p:spPr>
          <a:xfrm>
            <a:off x="838199" y="1475254"/>
            <a:ext cx="10515600" cy="4962756"/>
          </a:xfrm>
        </p:spPr>
        <p:txBody>
          <a:bodyPr/>
          <a:lstStyle/>
          <a:p>
            <a:r>
              <a:rPr lang="en-US" dirty="0"/>
              <a:t>Build a real-time animal detection system using YOLOv8</a:t>
            </a:r>
          </a:p>
          <a:p>
            <a:r>
              <a:rPr lang="en-US" dirty="0"/>
              <a:t>Use ESP32-CAM to capture and send images wirelessly</a:t>
            </a:r>
          </a:p>
          <a:p>
            <a:r>
              <a:rPr lang="en-US" dirty="0"/>
              <a:t>Provide instant alerts when an animal is detected</a:t>
            </a:r>
          </a:p>
          <a:p>
            <a:r>
              <a:rPr lang="en-US" dirty="0"/>
              <a:t>Design a low-cost and easy-to-use safety device</a:t>
            </a:r>
          </a:p>
        </p:txBody>
      </p:sp>
    </p:spTree>
    <p:extLst>
      <p:ext uri="{BB962C8B-B14F-4D97-AF65-F5344CB8AC3E}">
        <p14:creationId xmlns:p14="http://schemas.microsoft.com/office/powerpoint/2010/main" val="8200874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6A300-0201-B4A9-150E-3878D099B049}"/>
              </a:ext>
            </a:extLst>
          </p:cNvPr>
          <p:cNvSpPr>
            <a:spLocks noGrp="1"/>
          </p:cNvSpPr>
          <p:nvPr>
            <p:ph type="title"/>
          </p:nvPr>
        </p:nvSpPr>
        <p:spPr/>
        <p:txBody>
          <a:bodyPr/>
          <a:lstStyle/>
          <a:p>
            <a:r>
              <a:rPr lang="en-IN" b="1" dirty="0"/>
              <a:t>Literature Review</a:t>
            </a:r>
          </a:p>
        </p:txBody>
      </p:sp>
      <p:sp>
        <p:nvSpPr>
          <p:cNvPr id="4" name="Slide Number Placeholder 3">
            <a:extLst>
              <a:ext uri="{FF2B5EF4-FFF2-40B4-BE49-F238E27FC236}">
                <a16:creationId xmlns:a16="http://schemas.microsoft.com/office/drawing/2014/main" id="{1A7A0EB4-A143-0150-E03A-FC84FDEC71D4}"/>
              </a:ext>
            </a:extLst>
          </p:cNvPr>
          <p:cNvSpPr>
            <a:spLocks noGrp="1"/>
          </p:cNvSpPr>
          <p:nvPr>
            <p:ph type="sldNum" sz="quarter" idx="12"/>
          </p:nvPr>
        </p:nvSpPr>
        <p:spPr/>
        <p:txBody>
          <a:bodyPr/>
          <a:lstStyle/>
          <a:p>
            <a:fld id="{03F67448-8E76-4088-8C0F-9DC880FFD75C}" type="slidenum">
              <a:rPr lang="en-IN" smtClean="0"/>
              <a:t>5</a:t>
            </a:fld>
            <a:endParaRPr lang="en-IN"/>
          </a:p>
        </p:txBody>
      </p:sp>
      <p:pic>
        <p:nvPicPr>
          <p:cNvPr id="10" name="Picture 9">
            <a:extLst>
              <a:ext uri="{FF2B5EF4-FFF2-40B4-BE49-F238E27FC236}">
                <a16:creationId xmlns:a16="http://schemas.microsoft.com/office/drawing/2014/main" id="{7EEBDCD9-9CF0-2C83-D1AF-94656AB2289B}"/>
              </a:ext>
            </a:extLst>
          </p:cNvPr>
          <p:cNvPicPr>
            <a:picLocks noChangeAspect="1"/>
          </p:cNvPicPr>
          <p:nvPr/>
        </p:nvPicPr>
        <p:blipFill>
          <a:blip r:embed="rId2"/>
          <a:stretch>
            <a:fillRect/>
          </a:stretch>
        </p:blipFill>
        <p:spPr>
          <a:xfrm>
            <a:off x="1052362" y="1208209"/>
            <a:ext cx="9766434" cy="5003561"/>
          </a:xfrm>
          <a:prstGeom prst="rect">
            <a:avLst/>
          </a:prstGeom>
        </p:spPr>
      </p:pic>
    </p:spTree>
    <p:extLst>
      <p:ext uri="{BB962C8B-B14F-4D97-AF65-F5344CB8AC3E}">
        <p14:creationId xmlns:p14="http://schemas.microsoft.com/office/powerpoint/2010/main" val="34816768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CC42E2-465C-269D-63B9-403E9EAA347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177162A-E6D8-6257-98F9-B58293173B1F}"/>
              </a:ext>
            </a:extLst>
          </p:cNvPr>
          <p:cNvSpPr>
            <a:spLocks noGrp="1"/>
          </p:cNvSpPr>
          <p:nvPr>
            <p:ph type="sldNum" sz="quarter" idx="12"/>
          </p:nvPr>
        </p:nvSpPr>
        <p:spPr/>
        <p:txBody>
          <a:bodyPr/>
          <a:lstStyle/>
          <a:p>
            <a:fld id="{03F67448-8E76-4088-8C0F-9DC880FFD75C}" type="slidenum">
              <a:rPr lang="en-IN" smtClean="0"/>
              <a:t>6</a:t>
            </a:fld>
            <a:endParaRPr lang="en-IN"/>
          </a:p>
        </p:txBody>
      </p:sp>
      <p:pic>
        <p:nvPicPr>
          <p:cNvPr id="6" name="Picture 5">
            <a:extLst>
              <a:ext uri="{FF2B5EF4-FFF2-40B4-BE49-F238E27FC236}">
                <a16:creationId xmlns:a16="http://schemas.microsoft.com/office/drawing/2014/main" id="{FC7257E5-B259-5CC2-284C-916DF9F28152}"/>
              </a:ext>
            </a:extLst>
          </p:cNvPr>
          <p:cNvPicPr>
            <a:picLocks noChangeAspect="1"/>
          </p:cNvPicPr>
          <p:nvPr/>
        </p:nvPicPr>
        <p:blipFill>
          <a:blip r:embed="rId2"/>
          <a:stretch>
            <a:fillRect/>
          </a:stretch>
        </p:blipFill>
        <p:spPr>
          <a:xfrm>
            <a:off x="1006130" y="1161439"/>
            <a:ext cx="8933398" cy="5040529"/>
          </a:xfrm>
          <a:prstGeom prst="rect">
            <a:avLst/>
          </a:prstGeom>
        </p:spPr>
      </p:pic>
    </p:spTree>
    <p:extLst>
      <p:ext uri="{BB962C8B-B14F-4D97-AF65-F5344CB8AC3E}">
        <p14:creationId xmlns:p14="http://schemas.microsoft.com/office/powerpoint/2010/main" val="25421144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286F38-B9EC-8769-E218-746752A9B4F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D4C7B3A-EB3C-3008-5336-F1C2592E78F7}"/>
              </a:ext>
            </a:extLst>
          </p:cNvPr>
          <p:cNvSpPr>
            <a:spLocks noGrp="1"/>
          </p:cNvSpPr>
          <p:nvPr>
            <p:ph type="sldNum" sz="quarter" idx="12"/>
          </p:nvPr>
        </p:nvSpPr>
        <p:spPr/>
        <p:txBody>
          <a:bodyPr/>
          <a:lstStyle/>
          <a:p>
            <a:fld id="{03F67448-8E76-4088-8C0F-9DC880FFD75C}" type="slidenum">
              <a:rPr lang="en-IN" smtClean="0"/>
              <a:t>7</a:t>
            </a:fld>
            <a:endParaRPr lang="en-IN"/>
          </a:p>
        </p:txBody>
      </p:sp>
      <p:pic>
        <p:nvPicPr>
          <p:cNvPr id="6" name="Picture 5">
            <a:extLst>
              <a:ext uri="{FF2B5EF4-FFF2-40B4-BE49-F238E27FC236}">
                <a16:creationId xmlns:a16="http://schemas.microsoft.com/office/drawing/2014/main" id="{056C958E-515E-8845-07AB-45A7B1DFEA7F}"/>
              </a:ext>
            </a:extLst>
          </p:cNvPr>
          <p:cNvPicPr>
            <a:picLocks noChangeAspect="1"/>
          </p:cNvPicPr>
          <p:nvPr/>
        </p:nvPicPr>
        <p:blipFill>
          <a:blip r:embed="rId2"/>
          <a:stretch>
            <a:fillRect/>
          </a:stretch>
        </p:blipFill>
        <p:spPr>
          <a:xfrm>
            <a:off x="1020394" y="1184448"/>
            <a:ext cx="8974641" cy="5023848"/>
          </a:xfrm>
          <a:prstGeom prst="rect">
            <a:avLst/>
          </a:prstGeom>
        </p:spPr>
      </p:pic>
    </p:spTree>
    <p:extLst>
      <p:ext uri="{BB962C8B-B14F-4D97-AF65-F5344CB8AC3E}">
        <p14:creationId xmlns:p14="http://schemas.microsoft.com/office/powerpoint/2010/main" val="20188379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94E8F-291F-FE2D-EE3B-43E5D1A240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512FCE-D666-E95A-412C-69B123578233}"/>
              </a:ext>
            </a:extLst>
          </p:cNvPr>
          <p:cNvSpPr>
            <a:spLocks noGrp="1"/>
          </p:cNvSpPr>
          <p:nvPr>
            <p:ph type="title"/>
          </p:nvPr>
        </p:nvSpPr>
        <p:spPr/>
        <p:txBody>
          <a:bodyPr/>
          <a:lstStyle/>
          <a:p>
            <a:r>
              <a:rPr lang="en-IN" b="1" dirty="0"/>
              <a:t>Problem Statement</a:t>
            </a:r>
          </a:p>
        </p:txBody>
      </p:sp>
      <p:sp>
        <p:nvSpPr>
          <p:cNvPr id="3" name="Content Placeholder 2">
            <a:extLst>
              <a:ext uri="{FF2B5EF4-FFF2-40B4-BE49-F238E27FC236}">
                <a16:creationId xmlns:a16="http://schemas.microsoft.com/office/drawing/2014/main" id="{ECBD8B97-17F0-D0E9-B80B-057426FFEAB6}"/>
              </a:ext>
            </a:extLst>
          </p:cNvPr>
          <p:cNvSpPr>
            <a:spLocks noGrp="1"/>
          </p:cNvSpPr>
          <p:nvPr>
            <p:ph idx="1"/>
          </p:nvPr>
        </p:nvSpPr>
        <p:spPr/>
        <p:txBody>
          <a:bodyPr/>
          <a:lstStyle/>
          <a:p>
            <a:pPr algn="just"/>
            <a:r>
              <a:rPr lang="en-US" dirty="0"/>
              <a:t>Current wildlife safety systems mainly focus on monitoring and do not provide real-time personal alerts. There is no low-cost, portable solution that combines AI-based animal detection with IoT. As a result, farmers and forest workers remain vulnerable to sudden animal encounters.</a:t>
            </a:r>
            <a:endParaRPr lang="en-IN" dirty="0">
              <a:effectLst/>
            </a:endParaRPr>
          </a:p>
        </p:txBody>
      </p:sp>
      <p:sp>
        <p:nvSpPr>
          <p:cNvPr id="4" name="Slide Number Placeholder 3">
            <a:extLst>
              <a:ext uri="{FF2B5EF4-FFF2-40B4-BE49-F238E27FC236}">
                <a16:creationId xmlns:a16="http://schemas.microsoft.com/office/drawing/2014/main" id="{AA17AD14-91C6-126F-B85E-EE2135EADBCD}"/>
              </a:ext>
            </a:extLst>
          </p:cNvPr>
          <p:cNvSpPr>
            <a:spLocks noGrp="1"/>
          </p:cNvSpPr>
          <p:nvPr>
            <p:ph type="sldNum" sz="quarter" idx="12"/>
          </p:nvPr>
        </p:nvSpPr>
        <p:spPr/>
        <p:txBody>
          <a:bodyPr/>
          <a:lstStyle/>
          <a:p>
            <a:fld id="{03F67448-8E76-4088-8C0F-9DC880FFD75C}" type="slidenum">
              <a:rPr lang="en-IN" smtClean="0"/>
              <a:t>8</a:t>
            </a:fld>
            <a:endParaRPr lang="en-IN"/>
          </a:p>
        </p:txBody>
      </p:sp>
    </p:spTree>
    <p:extLst>
      <p:ext uri="{BB962C8B-B14F-4D97-AF65-F5344CB8AC3E}">
        <p14:creationId xmlns:p14="http://schemas.microsoft.com/office/powerpoint/2010/main" val="41434593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E623C-ED47-43EA-6A58-EA0109A98675}"/>
              </a:ext>
            </a:extLst>
          </p:cNvPr>
          <p:cNvSpPr>
            <a:spLocks noGrp="1"/>
          </p:cNvSpPr>
          <p:nvPr>
            <p:ph type="title"/>
          </p:nvPr>
        </p:nvSpPr>
        <p:spPr/>
        <p:txBody>
          <a:bodyPr/>
          <a:lstStyle/>
          <a:p>
            <a:r>
              <a:rPr lang="en-IN" b="1" dirty="0"/>
              <a:t>Motivation</a:t>
            </a:r>
          </a:p>
        </p:txBody>
      </p:sp>
      <p:sp>
        <p:nvSpPr>
          <p:cNvPr id="3" name="Content Placeholder 2">
            <a:extLst>
              <a:ext uri="{FF2B5EF4-FFF2-40B4-BE49-F238E27FC236}">
                <a16:creationId xmlns:a16="http://schemas.microsoft.com/office/drawing/2014/main" id="{04999D90-0218-64BC-9E9B-C88E2C62CABD}"/>
              </a:ext>
            </a:extLst>
          </p:cNvPr>
          <p:cNvSpPr>
            <a:spLocks noGrp="1"/>
          </p:cNvSpPr>
          <p:nvPr>
            <p:ph idx="1"/>
          </p:nvPr>
        </p:nvSpPr>
        <p:spPr>
          <a:xfrm>
            <a:off x="838202" y="1214208"/>
            <a:ext cx="10515600" cy="5060133"/>
          </a:xfrm>
        </p:spPr>
        <p:txBody>
          <a:bodyPr/>
          <a:lstStyle/>
          <a:p>
            <a:r>
              <a:rPr lang="en-US" dirty="0"/>
              <a:t>Increasing human–wildlife conflicts in forest-border and rural areas</a:t>
            </a:r>
          </a:p>
          <a:p>
            <a:r>
              <a:rPr lang="en-US" dirty="0"/>
              <a:t>Sudden animal attacks cause injuries, fatalities, and economic loss</a:t>
            </a:r>
          </a:p>
          <a:p>
            <a:r>
              <a:rPr lang="en-US" dirty="0"/>
              <a:t>Lack of affordable and portable real-time safety solutions</a:t>
            </a:r>
          </a:p>
          <a:p>
            <a:r>
              <a:rPr lang="en-US" dirty="0"/>
              <a:t>Need for low-cost AI and IoT-based protection systems for rural communities</a:t>
            </a:r>
          </a:p>
          <a:p>
            <a:r>
              <a:rPr lang="en-US" dirty="0"/>
              <a:t>Personal interest in applying AI for practical societal impact</a:t>
            </a:r>
            <a:endParaRPr lang="en-IN" dirty="0"/>
          </a:p>
        </p:txBody>
      </p:sp>
      <p:sp>
        <p:nvSpPr>
          <p:cNvPr id="4" name="Slide Number Placeholder 3">
            <a:extLst>
              <a:ext uri="{FF2B5EF4-FFF2-40B4-BE49-F238E27FC236}">
                <a16:creationId xmlns:a16="http://schemas.microsoft.com/office/drawing/2014/main" id="{6F300B76-B379-A425-9286-1BD0AFD216E5}"/>
              </a:ext>
            </a:extLst>
          </p:cNvPr>
          <p:cNvSpPr>
            <a:spLocks noGrp="1"/>
          </p:cNvSpPr>
          <p:nvPr>
            <p:ph type="sldNum" sz="quarter" idx="12"/>
          </p:nvPr>
        </p:nvSpPr>
        <p:spPr/>
        <p:txBody>
          <a:bodyPr/>
          <a:lstStyle/>
          <a:p>
            <a:fld id="{03F67448-8E76-4088-8C0F-9DC880FFD75C}" type="slidenum">
              <a:rPr lang="en-IN" smtClean="0"/>
              <a:t>9</a:t>
            </a:fld>
            <a:endParaRPr lang="en-IN"/>
          </a:p>
        </p:txBody>
      </p:sp>
    </p:spTree>
    <p:extLst>
      <p:ext uri="{BB962C8B-B14F-4D97-AF65-F5344CB8AC3E}">
        <p14:creationId xmlns:p14="http://schemas.microsoft.com/office/powerpoint/2010/main" val="4170348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267B1-D3DF-DA0F-244D-DB2CDE07AD3D}"/>
              </a:ext>
            </a:extLst>
          </p:cNvPr>
          <p:cNvSpPr>
            <a:spLocks noGrp="1"/>
          </p:cNvSpPr>
          <p:nvPr>
            <p:ph type="title"/>
          </p:nvPr>
        </p:nvSpPr>
        <p:spPr/>
        <p:txBody>
          <a:bodyPr/>
          <a:lstStyle/>
          <a:p>
            <a:r>
              <a:rPr lang="en-IN" b="1" dirty="0"/>
              <a:t>Methodology</a:t>
            </a:r>
          </a:p>
        </p:txBody>
      </p:sp>
      <p:sp>
        <p:nvSpPr>
          <p:cNvPr id="3" name="Content Placeholder 2">
            <a:extLst>
              <a:ext uri="{FF2B5EF4-FFF2-40B4-BE49-F238E27FC236}">
                <a16:creationId xmlns:a16="http://schemas.microsoft.com/office/drawing/2014/main" id="{8ECBC518-09BA-7B10-1B89-AF71704941AC}"/>
              </a:ext>
            </a:extLst>
          </p:cNvPr>
          <p:cNvSpPr>
            <a:spLocks noGrp="1"/>
          </p:cNvSpPr>
          <p:nvPr>
            <p:ph idx="1"/>
          </p:nvPr>
        </p:nvSpPr>
        <p:spPr>
          <a:xfrm>
            <a:off x="838200" y="1329588"/>
            <a:ext cx="10515600" cy="4962756"/>
          </a:xfrm>
        </p:spPr>
        <p:txBody>
          <a:bodyPr>
            <a:normAutofit fontScale="92500" lnSpcReduction="20000"/>
          </a:bodyPr>
          <a:lstStyle/>
          <a:p>
            <a:pPr marL="0" indent="0">
              <a:buNone/>
            </a:pPr>
            <a:r>
              <a:rPr lang="en-US" b="1" dirty="0"/>
              <a:t>Approach</a:t>
            </a:r>
          </a:p>
          <a:p>
            <a:pPr marL="0" indent="0">
              <a:buNone/>
            </a:pPr>
            <a:r>
              <a:rPr lang="en-US" dirty="0"/>
              <a:t>The ESP32-CAM captures images and sends them to a Flask server, where a YOLOv8 model detects animals and returns the result for alert generation.</a:t>
            </a:r>
          </a:p>
          <a:p>
            <a:pPr marL="0" indent="0">
              <a:buNone/>
            </a:pPr>
            <a:r>
              <a:rPr lang="en-IN" b="1" dirty="0"/>
              <a:t>Technologies Used</a:t>
            </a:r>
          </a:p>
          <a:p>
            <a:r>
              <a:rPr lang="en-IN" dirty="0"/>
              <a:t>Python (Flask Backend)</a:t>
            </a:r>
          </a:p>
          <a:p>
            <a:r>
              <a:rPr lang="en-IN" dirty="0"/>
              <a:t>YOLOv8 (Object Detection Model)</a:t>
            </a:r>
          </a:p>
          <a:p>
            <a:r>
              <a:rPr lang="en-IN" dirty="0"/>
              <a:t>ESP32-CAM (Image Capture &amp; IoT Device)</a:t>
            </a:r>
          </a:p>
          <a:p>
            <a:r>
              <a:rPr lang="en-IN" dirty="0" err="1"/>
              <a:t>WiFi</a:t>
            </a:r>
            <a:r>
              <a:rPr lang="en-IN" dirty="0"/>
              <a:t> Communication (HTTP Requests)</a:t>
            </a:r>
          </a:p>
          <a:p>
            <a:r>
              <a:rPr lang="en-IN" dirty="0" err="1"/>
              <a:t>ngrok</a:t>
            </a:r>
            <a:r>
              <a:rPr lang="en-IN" dirty="0"/>
              <a:t> (Server Access)</a:t>
            </a:r>
          </a:p>
          <a:p>
            <a:pPr marL="0" indent="0">
              <a:buNone/>
            </a:pPr>
            <a:r>
              <a:rPr lang="en-US" b="1" dirty="0"/>
              <a:t>Project Phases</a:t>
            </a:r>
          </a:p>
          <a:p>
            <a:pPr marL="0" indent="0">
              <a:buNone/>
            </a:pPr>
            <a:r>
              <a:rPr lang="en-US" dirty="0"/>
              <a:t>Data Collection    Annotation    Model Training    Testing    Deployment    IoT Integration</a:t>
            </a:r>
          </a:p>
          <a:p>
            <a:endParaRPr lang="en-US" dirty="0"/>
          </a:p>
        </p:txBody>
      </p:sp>
      <p:sp>
        <p:nvSpPr>
          <p:cNvPr id="4" name="Slide Number Placeholder 3">
            <a:extLst>
              <a:ext uri="{FF2B5EF4-FFF2-40B4-BE49-F238E27FC236}">
                <a16:creationId xmlns:a16="http://schemas.microsoft.com/office/drawing/2014/main" id="{DDD0C20C-A69D-2FDB-054D-79DD6A92C54E}"/>
              </a:ext>
            </a:extLst>
          </p:cNvPr>
          <p:cNvSpPr>
            <a:spLocks noGrp="1"/>
          </p:cNvSpPr>
          <p:nvPr>
            <p:ph type="sldNum" sz="quarter" idx="12"/>
          </p:nvPr>
        </p:nvSpPr>
        <p:spPr/>
        <p:txBody>
          <a:bodyPr/>
          <a:lstStyle/>
          <a:p>
            <a:fld id="{03F67448-8E76-4088-8C0F-9DC880FFD75C}" type="slidenum">
              <a:rPr lang="en-IN" smtClean="0"/>
              <a:t>10</a:t>
            </a:fld>
            <a:endParaRPr lang="en-IN"/>
          </a:p>
        </p:txBody>
      </p:sp>
      <p:cxnSp>
        <p:nvCxnSpPr>
          <p:cNvPr id="6" name="Straight Arrow Connector 5">
            <a:extLst>
              <a:ext uri="{FF2B5EF4-FFF2-40B4-BE49-F238E27FC236}">
                <a16:creationId xmlns:a16="http://schemas.microsoft.com/office/drawing/2014/main" id="{01AF4EC4-D30F-3DC3-E8C7-CAB0C472A601}"/>
              </a:ext>
            </a:extLst>
          </p:cNvPr>
          <p:cNvCxnSpPr/>
          <p:nvPr/>
        </p:nvCxnSpPr>
        <p:spPr>
          <a:xfrm>
            <a:off x="7223760" y="5419344"/>
            <a:ext cx="34747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 name="Straight Arrow Connector 6">
            <a:extLst>
              <a:ext uri="{FF2B5EF4-FFF2-40B4-BE49-F238E27FC236}">
                <a16:creationId xmlns:a16="http://schemas.microsoft.com/office/drawing/2014/main" id="{863C790C-EB36-9844-503E-FF0D3F21EC14}"/>
              </a:ext>
            </a:extLst>
          </p:cNvPr>
          <p:cNvCxnSpPr/>
          <p:nvPr/>
        </p:nvCxnSpPr>
        <p:spPr>
          <a:xfrm>
            <a:off x="8452106" y="5419344"/>
            <a:ext cx="34747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 name="Straight Arrow Connector 7">
            <a:extLst>
              <a:ext uri="{FF2B5EF4-FFF2-40B4-BE49-F238E27FC236}">
                <a16:creationId xmlns:a16="http://schemas.microsoft.com/office/drawing/2014/main" id="{B13D5E9D-8767-D6BD-8820-228EA38B95B7}"/>
              </a:ext>
            </a:extLst>
          </p:cNvPr>
          <p:cNvCxnSpPr/>
          <p:nvPr/>
        </p:nvCxnSpPr>
        <p:spPr>
          <a:xfrm>
            <a:off x="4779264" y="5419344"/>
            <a:ext cx="34747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id="{45B74580-F406-E056-112B-9704A218EEA3}"/>
              </a:ext>
            </a:extLst>
          </p:cNvPr>
          <p:cNvCxnSpPr/>
          <p:nvPr/>
        </p:nvCxnSpPr>
        <p:spPr>
          <a:xfrm>
            <a:off x="2977896" y="5419344"/>
            <a:ext cx="34747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76229348-52BD-0A5B-3BD4-CEFFC21322E2}"/>
              </a:ext>
            </a:extLst>
          </p:cNvPr>
          <p:cNvCxnSpPr/>
          <p:nvPr/>
        </p:nvCxnSpPr>
        <p:spPr>
          <a:xfrm>
            <a:off x="10427212" y="5413248"/>
            <a:ext cx="34747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1504701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0697F-71F3-2739-14CE-FB28C006E519}"/>
              </a:ext>
            </a:extLst>
          </p:cNvPr>
          <p:cNvSpPr>
            <a:spLocks noGrp="1"/>
          </p:cNvSpPr>
          <p:nvPr>
            <p:ph type="title"/>
          </p:nvPr>
        </p:nvSpPr>
        <p:spPr/>
        <p:txBody>
          <a:bodyPr>
            <a:normAutofit/>
          </a:bodyPr>
          <a:lstStyle/>
          <a:p>
            <a:r>
              <a:rPr lang="en-IN" b="1" dirty="0"/>
              <a:t>Algorithm / Pseudocode</a:t>
            </a:r>
            <a:endParaRPr lang="en-IN" dirty="0"/>
          </a:p>
        </p:txBody>
      </p:sp>
      <p:sp>
        <p:nvSpPr>
          <p:cNvPr id="3" name="Content Placeholder 2">
            <a:extLst>
              <a:ext uri="{FF2B5EF4-FFF2-40B4-BE49-F238E27FC236}">
                <a16:creationId xmlns:a16="http://schemas.microsoft.com/office/drawing/2014/main" id="{B5AA80EA-D2C6-5243-5131-ABB3EA051E7C}"/>
              </a:ext>
            </a:extLst>
          </p:cNvPr>
          <p:cNvSpPr>
            <a:spLocks noGrp="1"/>
          </p:cNvSpPr>
          <p:nvPr>
            <p:ph idx="1"/>
          </p:nvPr>
        </p:nvSpPr>
        <p:spPr>
          <a:xfrm>
            <a:off x="838204" y="1228612"/>
            <a:ext cx="10515600" cy="4962756"/>
          </a:xfrm>
        </p:spPr>
        <p:txBody>
          <a:bodyPr>
            <a:normAutofit fontScale="92500" lnSpcReduction="10000"/>
          </a:bodyPr>
          <a:lstStyle/>
          <a:p>
            <a:pPr marL="0" indent="0">
              <a:buNone/>
            </a:pPr>
            <a:r>
              <a:rPr lang="en-US" b="1" dirty="0"/>
              <a:t>Main Algorithm Used</a:t>
            </a:r>
          </a:p>
          <a:p>
            <a:pPr marL="0" indent="0">
              <a:buNone/>
            </a:pPr>
            <a:r>
              <a:rPr lang="en-US" dirty="0"/>
              <a:t>  YOLOv8 (You Only Look Once)     Real-Time Object Detection Model</a:t>
            </a:r>
          </a:p>
          <a:p>
            <a:pPr marL="0" indent="0">
              <a:buNone/>
            </a:pPr>
            <a:r>
              <a:rPr lang="en-IN" b="1" dirty="0"/>
              <a:t>Algorithm </a:t>
            </a:r>
          </a:p>
          <a:p>
            <a:pPr marL="514350" indent="-514350">
              <a:buFont typeface="+mj-lt"/>
              <a:buAutoNum type="arabicPeriod"/>
            </a:pPr>
            <a:r>
              <a:rPr lang="en-IN" dirty="0"/>
              <a:t>Capture image using ESP32-CAM</a:t>
            </a:r>
          </a:p>
          <a:p>
            <a:pPr marL="514350" indent="-514350">
              <a:buFont typeface="+mj-lt"/>
              <a:buAutoNum type="arabicPeriod"/>
            </a:pPr>
            <a:r>
              <a:rPr lang="en-IN" dirty="0"/>
              <a:t>Send image to Flask server via HTTP POST</a:t>
            </a:r>
          </a:p>
          <a:p>
            <a:pPr marL="514350" indent="-514350">
              <a:buFont typeface="+mj-lt"/>
              <a:buAutoNum type="arabicPeriod"/>
            </a:pPr>
            <a:r>
              <a:rPr lang="en-IN" dirty="0"/>
              <a:t>Preprocess image (resize, normalize)</a:t>
            </a:r>
          </a:p>
          <a:p>
            <a:pPr marL="514350" indent="-514350">
              <a:buFont typeface="+mj-lt"/>
              <a:buAutoNum type="arabicPeriod"/>
            </a:pPr>
            <a:r>
              <a:rPr lang="en-IN" dirty="0"/>
              <a:t>Input image into YOLOv8 model</a:t>
            </a:r>
          </a:p>
          <a:p>
            <a:pPr marL="514350" indent="-514350">
              <a:buFont typeface="+mj-lt"/>
              <a:buAutoNum type="arabicPeriod"/>
            </a:pPr>
            <a:r>
              <a:rPr lang="en-IN" dirty="0"/>
              <a:t>Predict bounding boxes and class probabilities</a:t>
            </a:r>
          </a:p>
          <a:p>
            <a:pPr marL="514350" indent="-514350">
              <a:buFont typeface="+mj-lt"/>
              <a:buAutoNum type="arabicPeriod"/>
            </a:pPr>
            <a:r>
              <a:rPr lang="en-IN" dirty="0"/>
              <a:t>Filter detections based on confidence threshold</a:t>
            </a:r>
          </a:p>
          <a:p>
            <a:pPr marL="514350" indent="-514350">
              <a:buFont typeface="+mj-lt"/>
              <a:buAutoNum type="arabicPeriod"/>
            </a:pPr>
            <a:r>
              <a:rPr lang="en-IN" dirty="0"/>
              <a:t>If animal detected     Send JSON response</a:t>
            </a:r>
          </a:p>
          <a:p>
            <a:pPr marL="514350" indent="-514350">
              <a:buFont typeface="+mj-lt"/>
              <a:buAutoNum type="arabicPeriod"/>
            </a:pPr>
            <a:r>
              <a:rPr lang="en-IN" dirty="0"/>
              <a:t>Trigger alert on detection</a:t>
            </a:r>
          </a:p>
        </p:txBody>
      </p:sp>
      <p:sp>
        <p:nvSpPr>
          <p:cNvPr id="4" name="Slide Number Placeholder 3">
            <a:extLst>
              <a:ext uri="{FF2B5EF4-FFF2-40B4-BE49-F238E27FC236}">
                <a16:creationId xmlns:a16="http://schemas.microsoft.com/office/drawing/2014/main" id="{BB42F06E-70D0-F280-EC7E-CA09D1B74ED6}"/>
              </a:ext>
            </a:extLst>
          </p:cNvPr>
          <p:cNvSpPr>
            <a:spLocks noGrp="1"/>
          </p:cNvSpPr>
          <p:nvPr>
            <p:ph type="sldNum" sz="quarter" idx="12"/>
          </p:nvPr>
        </p:nvSpPr>
        <p:spPr/>
        <p:txBody>
          <a:bodyPr/>
          <a:lstStyle/>
          <a:p>
            <a:fld id="{03F67448-8E76-4088-8C0F-9DC880FFD75C}" type="slidenum">
              <a:rPr lang="en-IN" smtClean="0"/>
              <a:t>11</a:t>
            </a:fld>
            <a:endParaRPr lang="en-IN"/>
          </a:p>
        </p:txBody>
      </p:sp>
      <p:cxnSp>
        <p:nvCxnSpPr>
          <p:cNvPr id="5" name="Straight Arrow Connector 4">
            <a:extLst>
              <a:ext uri="{FF2B5EF4-FFF2-40B4-BE49-F238E27FC236}">
                <a16:creationId xmlns:a16="http://schemas.microsoft.com/office/drawing/2014/main" id="{3EF4FEA6-0C16-58AD-146D-A27EC7830020}"/>
              </a:ext>
            </a:extLst>
          </p:cNvPr>
          <p:cNvCxnSpPr/>
          <p:nvPr/>
        </p:nvCxnSpPr>
        <p:spPr>
          <a:xfrm>
            <a:off x="3840480" y="5413248"/>
            <a:ext cx="34747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 name="Straight Arrow Connector 5">
            <a:extLst>
              <a:ext uri="{FF2B5EF4-FFF2-40B4-BE49-F238E27FC236}">
                <a16:creationId xmlns:a16="http://schemas.microsoft.com/office/drawing/2014/main" id="{D1A98E76-3ADE-0169-7A7E-0F4FCCA8B8F6}"/>
              </a:ext>
            </a:extLst>
          </p:cNvPr>
          <p:cNvCxnSpPr/>
          <p:nvPr/>
        </p:nvCxnSpPr>
        <p:spPr>
          <a:xfrm>
            <a:off x="5486400" y="1874520"/>
            <a:ext cx="34747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342668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57B35-799F-E609-4758-3387919CBE4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CA58B7-609A-E55C-C066-8902759F8C1B}"/>
              </a:ext>
            </a:extLst>
          </p:cNvPr>
          <p:cNvSpPr>
            <a:spLocks noGrp="1"/>
          </p:cNvSpPr>
          <p:nvPr>
            <p:ph idx="1"/>
          </p:nvPr>
        </p:nvSpPr>
        <p:spPr>
          <a:xfrm>
            <a:off x="838200" y="1228612"/>
            <a:ext cx="10515600" cy="4962756"/>
          </a:xfrm>
        </p:spPr>
        <p:txBody>
          <a:bodyPr>
            <a:normAutofit/>
          </a:bodyPr>
          <a:lstStyle/>
          <a:p>
            <a:pPr marL="0" indent="0">
              <a:buNone/>
            </a:pPr>
            <a:r>
              <a:rPr lang="en-US" b="1" dirty="0"/>
              <a:t>Mathematical Formulation (YOLO Loss Function)</a:t>
            </a:r>
          </a:p>
          <a:p>
            <a:pPr marL="0" indent="0">
              <a:buNone/>
            </a:pPr>
            <a:r>
              <a:rPr lang="en-US" dirty="0"/>
              <a:t>Total Loss = Localization Loss + Confidence Loss + Classification Loss</a:t>
            </a:r>
          </a:p>
          <a:p>
            <a:r>
              <a:rPr lang="en-US" b="1" dirty="0"/>
              <a:t>Localization Loss</a:t>
            </a:r>
            <a:r>
              <a:rPr lang="en-US" dirty="0"/>
              <a:t>     Measures bounding box accuracy</a:t>
            </a:r>
          </a:p>
          <a:p>
            <a:r>
              <a:rPr lang="en-US" b="1" dirty="0"/>
              <a:t>Confidence Loss</a:t>
            </a:r>
            <a:r>
              <a:rPr lang="en-US" dirty="0"/>
              <a:t>     Measures object detection confidence</a:t>
            </a:r>
          </a:p>
          <a:p>
            <a:r>
              <a:rPr lang="en-US" b="1" dirty="0"/>
              <a:t>Classification Loss</a:t>
            </a:r>
            <a:r>
              <a:rPr lang="en-US" dirty="0"/>
              <a:t>     Measures class prediction accuracy</a:t>
            </a:r>
          </a:p>
        </p:txBody>
      </p:sp>
      <p:sp>
        <p:nvSpPr>
          <p:cNvPr id="4" name="Slide Number Placeholder 3">
            <a:extLst>
              <a:ext uri="{FF2B5EF4-FFF2-40B4-BE49-F238E27FC236}">
                <a16:creationId xmlns:a16="http://schemas.microsoft.com/office/drawing/2014/main" id="{92A8BE6B-7AF9-BCFD-CFD4-B178F9B9DE89}"/>
              </a:ext>
            </a:extLst>
          </p:cNvPr>
          <p:cNvSpPr>
            <a:spLocks noGrp="1"/>
          </p:cNvSpPr>
          <p:nvPr>
            <p:ph type="sldNum" sz="quarter" idx="12"/>
          </p:nvPr>
        </p:nvSpPr>
        <p:spPr/>
        <p:txBody>
          <a:bodyPr/>
          <a:lstStyle/>
          <a:p>
            <a:fld id="{03F67448-8E76-4088-8C0F-9DC880FFD75C}" type="slidenum">
              <a:rPr lang="en-IN" smtClean="0"/>
              <a:t>12</a:t>
            </a:fld>
            <a:endParaRPr lang="en-IN"/>
          </a:p>
        </p:txBody>
      </p:sp>
      <p:cxnSp>
        <p:nvCxnSpPr>
          <p:cNvPr id="2" name="Straight Arrow Connector 1">
            <a:extLst>
              <a:ext uri="{FF2B5EF4-FFF2-40B4-BE49-F238E27FC236}">
                <a16:creationId xmlns:a16="http://schemas.microsoft.com/office/drawing/2014/main" id="{1900CD9A-37ED-45DA-6B90-D3A71B51BEC1}"/>
              </a:ext>
            </a:extLst>
          </p:cNvPr>
          <p:cNvCxnSpPr/>
          <p:nvPr/>
        </p:nvCxnSpPr>
        <p:spPr>
          <a:xfrm>
            <a:off x="3849624" y="2496312"/>
            <a:ext cx="34747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 name="Straight Arrow Connector 4">
            <a:extLst>
              <a:ext uri="{FF2B5EF4-FFF2-40B4-BE49-F238E27FC236}">
                <a16:creationId xmlns:a16="http://schemas.microsoft.com/office/drawing/2014/main" id="{2116F769-B144-0F5B-919D-8B55A9D78812}"/>
              </a:ext>
            </a:extLst>
          </p:cNvPr>
          <p:cNvCxnSpPr/>
          <p:nvPr/>
        </p:nvCxnSpPr>
        <p:spPr>
          <a:xfrm>
            <a:off x="3675888" y="3026664"/>
            <a:ext cx="34747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 name="Straight Arrow Connector 5">
            <a:extLst>
              <a:ext uri="{FF2B5EF4-FFF2-40B4-BE49-F238E27FC236}">
                <a16:creationId xmlns:a16="http://schemas.microsoft.com/office/drawing/2014/main" id="{64E2CD93-7506-5BDF-A3FD-1CD893BF4E48}"/>
              </a:ext>
            </a:extLst>
          </p:cNvPr>
          <p:cNvCxnSpPr/>
          <p:nvPr/>
        </p:nvCxnSpPr>
        <p:spPr>
          <a:xfrm>
            <a:off x="4023360" y="3520440"/>
            <a:ext cx="34747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653829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E819F-B9C6-C2C8-EC4C-FFEAFBDA4B37}"/>
              </a:ext>
            </a:extLst>
          </p:cNvPr>
          <p:cNvSpPr>
            <a:spLocks noGrp="1"/>
          </p:cNvSpPr>
          <p:nvPr>
            <p:ph type="title"/>
          </p:nvPr>
        </p:nvSpPr>
        <p:spPr/>
        <p:txBody>
          <a:bodyPr>
            <a:normAutofit/>
          </a:bodyPr>
          <a:lstStyle/>
          <a:p>
            <a:r>
              <a:rPr lang="en-IN" b="1" dirty="0"/>
              <a:t>Architecture / System Diagram</a:t>
            </a:r>
          </a:p>
        </p:txBody>
      </p:sp>
      <p:sp>
        <p:nvSpPr>
          <p:cNvPr id="4" name="Slide Number Placeholder 3">
            <a:extLst>
              <a:ext uri="{FF2B5EF4-FFF2-40B4-BE49-F238E27FC236}">
                <a16:creationId xmlns:a16="http://schemas.microsoft.com/office/drawing/2014/main" id="{DB2DFB01-B45A-49FE-1308-EC957A11094C}"/>
              </a:ext>
            </a:extLst>
          </p:cNvPr>
          <p:cNvSpPr>
            <a:spLocks noGrp="1"/>
          </p:cNvSpPr>
          <p:nvPr>
            <p:ph type="sldNum" sz="quarter" idx="12"/>
          </p:nvPr>
        </p:nvSpPr>
        <p:spPr/>
        <p:txBody>
          <a:bodyPr/>
          <a:lstStyle/>
          <a:p>
            <a:fld id="{03F67448-8E76-4088-8C0F-9DC880FFD75C}" type="slidenum">
              <a:rPr lang="en-IN" smtClean="0"/>
              <a:t>13</a:t>
            </a:fld>
            <a:endParaRPr lang="en-IN"/>
          </a:p>
        </p:txBody>
      </p:sp>
      <p:sp>
        <p:nvSpPr>
          <p:cNvPr id="7" name="Rectangle 6">
            <a:extLst>
              <a:ext uri="{FF2B5EF4-FFF2-40B4-BE49-F238E27FC236}">
                <a16:creationId xmlns:a16="http://schemas.microsoft.com/office/drawing/2014/main" id="{6B8EE627-175C-0F3C-66F2-9C78BE2323EE}"/>
              </a:ext>
            </a:extLst>
          </p:cNvPr>
          <p:cNvSpPr/>
          <p:nvPr/>
        </p:nvSpPr>
        <p:spPr>
          <a:xfrm>
            <a:off x="434744" y="2490537"/>
            <a:ext cx="2002053" cy="2178917"/>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b="1" dirty="0">
                <a:latin typeface="Times New Roman" panose="02020603050405020304" pitchFamily="18" charset="0"/>
                <a:cs typeface="Times New Roman" panose="02020603050405020304" pitchFamily="18" charset="0"/>
              </a:rPr>
              <a:t>IoT Layer</a:t>
            </a:r>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ESP32-CAM</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Captures image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Connects via </a:t>
            </a:r>
            <a:r>
              <a:rPr lang="en-US" dirty="0" err="1">
                <a:latin typeface="Times New Roman" panose="02020603050405020304" pitchFamily="18" charset="0"/>
                <a:cs typeface="Times New Roman" panose="02020603050405020304" pitchFamily="18" charset="0"/>
              </a:rPr>
              <a:t>WiFi</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Sends image to server</a:t>
            </a:r>
          </a:p>
        </p:txBody>
      </p:sp>
      <p:sp>
        <p:nvSpPr>
          <p:cNvPr id="8" name="Rectangle 7">
            <a:extLst>
              <a:ext uri="{FF2B5EF4-FFF2-40B4-BE49-F238E27FC236}">
                <a16:creationId xmlns:a16="http://schemas.microsoft.com/office/drawing/2014/main" id="{CC2CDD45-7AF8-0AE7-490D-13CC47831E5E}"/>
              </a:ext>
            </a:extLst>
          </p:cNvPr>
          <p:cNvSpPr/>
          <p:nvPr/>
        </p:nvSpPr>
        <p:spPr>
          <a:xfrm>
            <a:off x="3639553" y="2500158"/>
            <a:ext cx="2002053" cy="2158464"/>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b="1" dirty="0">
                <a:latin typeface="Times New Roman" panose="02020603050405020304" pitchFamily="18" charset="0"/>
                <a:cs typeface="Times New Roman" panose="02020603050405020304" pitchFamily="18" charset="0"/>
              </a:rPr>
              <a:t>Cloud Layer</a:t>
            </a:r>
          </a:p>
          <a:p>
            <a:r>
              <a:rPr lang="en-IN" b="1" dirty="0">
                <a:latin typeface="Times New Roman" panose="02020603050405020304" pitchFamily="18" charset="0"/>
                <a:cs typeface="Times New Roman" panose="02020603050405020304" pitchFamily="18" charset="0"/>
              </a:rPr>
              <a:t>Flask API Server</a:t>
            </a: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Receives image</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Handles API request</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Stores debug copy</a:t>
            </a:r>
          </a:p>
        </p:txBody>
      </p:sp>
      <p:sp>
        <p:nvSpPr>
          <p:cNvPr id="9" name="Rectangle 8">
            <a:extLst>
              <a:ext uri="{FF2B5EF4-FFF2-40B4-BE49-F238E27FC236}">
                <a16:creationId xmlns:a16="http://schemas.microsoft.com/office/drawing/2014/main" id="{77134741-6145-2C30-EE33-820EE7EFC203}"/>
              </a:ext>
            </a:extLst>
          </p:cNvPr>
          <p:cNvSpPr/>
          <p:nvPr/>
        </p:nvSpPr>
        <p:spPr>
          <a:xfrm>
            <a:off x="6844363" y="2500158"/>
            <a:ext cx="1867301" cy="2178917"/>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b="1" dirty="0">
                <a:latin typeface="Times New Roman" panose="02020603050405020304" pitchFamily="18" charset="0"/>
                <a:cs typeface="Times New Roman" panose="02020603050405020304" pitchFamily="18" charset="0"/>
              </a:rPr>
              <a:t>ML Layer</a:t>
            </a:r>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YOLOv8 Model</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Preprocess image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Detect animals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Return JSON result</a:t>
            </a:r>
          </a:p>
        </p:txBody>
      </p:sp>
      <p:sp>
        <p:nvSpPr>
          <p:cNvPr id="10" name="Rectangle 9">
            <a:extLst>
              <a:ext uri="{FF2B5EF4-FFF2-40B4-BE49-F238E27FC236}">
                <a16:creationId xmlns:a16="http://schemas.microsoft.com/office/drawing/2014/main" id="{4B0E0B5F-694A-D236-7B26-FD74366F89B1}"/>
              </a:ext>
            </a:extLst>
          </p:cNvPr>
          <p:cNvSpPr/>
          <p:nvPr/>
        </p:nvSpPr>
        <p:spPr>
          <a:xfrm>
            <a:off x="9889955" y="2480906"/>
            <a:ext cx="1867301" cy="2188544"/>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b="1" dirty="0">
                <a:latin typeface="Times New Roman" panose="02020603050405020304" pitchFamily="18" charset="0"/>
                <a:cs typeface="Times New Roman" panose="02020603050405020304" pitchFamily="18" charset="0"/>
              </a:rPr>
              <a:t>User Interface</a:t>
            </a:r>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Alert System</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Console log</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Serial monitor output</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Detection notification</a:t>
            </a:r>
          </a:p>
        </p:txBody>
      </p:sp>
      <p:cxnSp>
        <p:nvCxnSpPr>
          <p:cNvPr id="12" name="Straight Arrow Connector 11">
            <a:extLst>
              <a:ext uri="{FF2B5EF4-FFF2-40B4-BE49-F238E27FC236}">
                <a16:creationId xmlns:a16="http://schemas.microsoft.com/office/drawing/2014/main" id="{31512ECB-C9AA-C2E7-E324-23E46139A623}"/>
              </a:ext>
            </a:extLst>
          </p:cNvPr>
          <p:cNvCxnSpPr>
            <a:stCxn id="7" idx="3"/>
            <a:endCxn id="8" idx="1"/>
          </p:cNvCxnSpPr>
          <p:nvPr/>
        </p:nvCxnSpPr>
        <p:spPr>
          <a:xfrm flipV="1">
            <a:off x="2436797" y="3579390"/>
            <a:ext cx="1202756" cy="6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C3A296B3-4672-470C-A63D-41C5C24769AA}"/>
              </a:ext>
            </a:extLst>
          </p:cNvPr>
          <p:cNvCxnSpPr>
            <a:stCxn id="8" idx="3"/>
            <a:endCxn id="9" idx="1"/>
          </p:cNvCxnSpPr>
          <p:nvPr/>
        </p:nvCxnSpPr>
        <p:spPr>
          <a:xfrm>
            <a:off x="5641606" y="3579390"/>
            <a:ext cx="1202757" cy="102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04680EFF-BEB7-68DC-0110-E919F811CE18}"/>
              </a:ext>
            </a:extLst>
          </p:cNvPr>
          <p:cNvCxnSpPr>
            <a:stCxn id="9" idx="3"/>
            <a:endCxn id="10" idx="1"/>
          </p:cNvCxnSpPr>
          <p:nvPr/>
        </p:nvCxnSpPr>
        <p:spPr>
          <a:xfrm flipV="1">
            <a:off x="8711664" y="3575178"/>
            <a:ext cx="1178291" cy="1443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 name="TextBox 16">
            <a:extLst>
              <a:ext uri="{FF2B5EF4-FFF2-40B4-BE49-F238E27FC236}">
                <a16:creationId xmlns:a16="http://schemas.microsoft.com/office/drawing/2014/main" id="{18D4D981-D52D-8384-4F6C-79CDC800B485}"/>
              </a:ext>
            </a:extLst>
          </p:cNvPr>
          <p:cNvSpPr txBox="1"/>
          <p:nvPr/>
        </p:nvSpPr>
        <p:spPr>
          <a:xfrm>
            <a:off x="2693470" y="2666286"/>
            <a:ext cx="1080835" cy="923330"/>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HTTP POST / </a:t>
            </a:r>
            <a:r>
              <a:rPr lang="en-IN" dirty="0" err="1">
                <a:latin typeface="Times New Roman" panose="02020603050405020304" pitchFamily="18" charset="0"/>
                <a:cs typeface="Times New Roman" panose="02020603050405020304" pitchFamily="18" charset="0"/>
              </a:rPr>
              <a:t>WiFi</a:t>
            </a:r>
            <a:endParaRPr lang="en-IN"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9D0A154B-0C30-BF8F-5B9A-83C5BEA9A46A}"/>
              </a:ext>
            </a:extLst>
          </p:cNvPr>
          <p:cNvSpPr txBox="1"/>
          <p:nvPr/>
        </p:nvSpPr>
        <p:spPr>
          <a:xfrm>
            <a:off x="5689332" y="2908181"/>
            <a:ext cx="1202757"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Image Processing</a:t>
            </a:r>
          </a:p>
        </p:txBody>
      </p:sp>
      <p:sp>
        <p:nvSpPr>
          <p:cNvPr id="19" name="TextBox 18">
            <a:extLst>
              <a:ext uri="{FF2B5EF4-FFF2-40B4-BE49-F238E27FC236}">
                <a16:creationId xmlns:a16="http://schemas.microsoft.com/office/drawing/2014/main" id="{916D4778-89D0-7E56-D62D-1C3F4D471469}"/>
              </a:ext>
            </a:extLst>
          </p:cNvPr>
          <p:cNvSpPr txBox="1"/>
          <p:nvPr/>
        </p:nvSpPr>
        <p:spPr>
          <a:xfrm>
            <a:off x="8747156" y="2936066"/>
            <a:ext cx="1107305"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Detection Response</a:t>
            </a:r>
          </a:p>
        </p:txBody>
      </p:sp>
    </p:spTree>
    <p:extLst>
      <p:ext uri="{BB962C8B-B14F-4D97-AF65-F5344CB8AC3E}">
        <p14:creationId xmlns:p14="http://schemas.microsoft.com/office/powerpoint/2010/main" val="37368745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4EA52-A6F1-C618-6B56-36806228FF40}"/>
              </a:ext>
            </a:extLst>
          </p:cNvPr>
          <p:cNvSpPr>
            <a:spLocks noGrp="1"/>
          </p:cNvSpPr>
          <p:nvPr>
            <p:ph type="title"/>
          </p:nvPr>
        </p:nvSpPr>
        <p:spPr/>
        <p:txBody>
          <a:bodyPr>
            <a:normAutofit/>
          </a:bodyPr>
          <a:lstStyle/>
          <a:p>
            <a:r>
              <a:rPr lang="en-IN" b="1" dirty="0"/>
              <a:t>Results and Analysis</a:t>
            </a:r>
          </a:p>
        </p:txBody>
      </p:sp>
      <p:sp>
        <p:nvSpPr>
          <p:cNvPr id="3" name="Content Placeholder 2">
            <a:extLst>
              <a:ext uri="{FF2B5EF4-FFF2-40B4-BE49-F238E27FC236}">
                <a16:creationId xmlns:a16="http://schemas.microsoft.com/office/drawing/2014/main" id="{CA1EAA85-3C8D-D392-5F2B-8C077AF86215}"/>
              </a:ext>
            </a:extLst>
          </p:cNvPr>
          <p:cNvSpPr>
            <a:spLocks noGrp="1"/>
          </p:cNvSpPr>
          <p:nvPr>
            <p:ph idx="1"/>
          </p:nvPr>
        </p:nvSpPr>
        <p:spPr/>
        <p:txBody>
          <a:bodyPr>
            <a:normAutofit fontScale="92500" lnSpcReduction="10000"/>
          </a:bodyPr>
          <a:lstStyle/>
          <a:p>
            <a:pPr marL="0" indent="0">
              <a:buNone/>
            </a:pPr>
            <a:r>
              <a:rPr lang="en-IN" b="1" dirty="0"/>
              <a:t>Hardware</a:t>
            </a:r>
          </a:p>
          <a:p>
            <a:r>
              <a:rPr lang="en-IN" dirty="0"/>
              <a:t>ESP32-CAM (Image Capture)</a:t>
            </a:r>
          </a:p>
          <a:p>
            <a:r>
              <a:rPr lang="en-IN" dirty="0"/>
              <a:t>Laptop/PC (Flask Server)</a:t>
            </a:r>
          </a:p>
          <a:p>
            <a:r>
              <a:rPr lang="en-IN" dirty="0" err="1"/>
              <a:t>WiFi</a:t>
            </a:r>
            <a:r>
              <a:rPr lang="en-IN" dirty="0"/>
              <a:t> Communication</a:t>
            </a:r>
          </a:p>
          <a:p>
            <a:pPr marL="0" indent="0">
              <a:buNone/>
            </a:pPr>
            <a:r>
              <a:rPr lang="en-IN" b="1" dirty="0"/>
              <a:t>Model</a:t>
            </a:r>
          </a:p>
          <a:p>
            <a:r>
              <a:rPr lang="en-IN" dirty="0"/>
              <a:t>YOLOv8 Medium </a:t>
            </a:r>
          </a:p>
          <a:p>
            <a:pPr marL="0" indent="0">
              <a:buNone/>
            </a:pPr>
            <a:r>
              <a:rPr lang="en-IN" b="1" dirty="0"/>
              <a:t>Evaluation Metrics</a:t>
            </a:r>
          </a:p>
          <a:p>
            <a:r>
              <a:rPr lang="en-IN" dirty="0"/>
              <a:t>Precision</a:t>
            </a:r>
          </a:p>
          <a:p>
            <a:r>
              <a:rPr lang="en-IN" dirty="0"/>
              <a:t>Recall</a:t>
            </a:r>
          </a:p>
          <a:p>
            <a:r>
              <a:rPr lang="en-IN" dirty="0"/>
              <a:t>Accuracy</a:t>
            </a:r>
          </a:p>
          <a:p>
            <a:r>
              <a:rPr lang="en-IN" dirty="0"/>
              <a:t>Inference Time</a:t>
            </a:r>
          </a:p>
        </p:txBody>
      </p:sp>
      <p:sp>
        <p:nvSpPr>
          <p:cNvPr id="4" name="Slide Number Placeholder 3">
            <a:extLst>
              <a:ext uri="{FF2B5EF4-FFF2-40B4-BE49-F238E27FC236}">
                <a16:creationId xmlns:a16="http://schemas.microsoft.com/office/drawing/2014/main" id="{2EC0B94B-8B58-B743-642F-97CF26BE5F50}"/>
              </a:ext>
            </a:extLst>
          </p:cNvPr>
          <p:cNvSpPr>
            <a:spLocks noGrp="1"/>
          </p:cNvSpPr>
          <p:nvPr>
            <p:ph type="sldNum" sz="quarter" idx="12"/>
          </p:nvPr>
        </p:nvSpPr>
        <p:spPr/>
        <p:txBody>
          <a:bodyPr/>
          <a:lstStyle/>
          <a:p>
            <a:fld id="{03F67448-8E76-4088-8C0F-9DC880FFD75C}" type="slidenum">
              <a:rPr lang="en-IN" smtClean="0"/>
              <a:t>14</a:t>
            </a:fld>
            <a:endParaRPr lang="en-IN"/>
          </a:p>
        </p:txBody>
      </p:sp>
    </p:spTree>
    <p:extLst>
      <p:ext uri="{BB962C8B-B14F-4D97-AF65-F5344CB8AC3E}">
        <p14:creationId xmlns:p14="http://schemas.microsoft.com/office/powerpoint/2010/main" val="18739233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C6221D-10E3-BD50-BE3B-12971B016D8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64E9191-C1F9-97AB-4F69-8127E2136179}"/>
              </a:ext>
            </a:extLst>
          </p:cNvPr>
          <p:cNvSpPr>
            <a:spLocks noGrp="1"/>
          </p:cNvSpPr>
          <p:nvPr>
            <p:ph idx="1"/>
          </p:nvPr>
        </p:nvSpPr>
        <p:spPr/>
        <p:txBody>
          <a:bodyPr>
            <a:normAutofit/>
          </a:bodyPr>
          <a:lstStyle/>
          <a:p>
            <a:pPr marL="0" indent="0">
              <a:buNone/>
            </a:pPr>
            <a:r>
              <a:rPr lang="en-US" b="1" dirty="0"/>
              <a:t>Model Performance</a:t>
            </a:r>
          </a:p>
          <a:p>
            <a:r>
              <a:rPr lang="en-US" dirty="0"/>
              <a:t>High detection accuracy</a:t>
            </a:r>
          </a:p>
          <a:p>
            <a:r>
              <a:rPr lang="en-US" dirty="0"/>
              <a:t>Real-time inference (&lt; 1 sec)</a:t>
            </a:r>
          </a:p>
          <a:p>
            <a:r>
              <a:rPr lang="en-US" dirty="0"/>
              <a:t>Stable detection in test scenarios</a:t>
            </a:r>
          </a:p>
          <a:p>
            <a:pPr marL="0" indent="0">
              <a:buNone/>
            </a:pPr>
            <a:r>
              <a:rPr lang="en-IN" b="1" dirty="0"/>
              <a:t>Comparison Table</a:t>
            </a:r>
          </a:p>
          <a:p>
            <a:pPr marL="0" indent="0">
              <a:buNone/>
            </a:pPr>
            <a:endParaRPr lang="en-US" dirty="0"/>
          </a:p>
        </p:txBody>
      </p:sp>
      <p:sp>
        <p:nvSpPr>
          <p:cNvPr id="4" name="Slide Number Placeholder 3">
            <a:extLst>
              <a:ext uri="{FF2B5EF4-FFF2-40B4-BE49-F238E27FC236}">
                <a16:creationId xmlns:a16="http://schemas.microsoft.com/office/drawing/2014/main" id="{76EFF9DF-A859-3DB5-365C-772831225D86}"/>
              </a:ext>
            </a:extLst>
          </p:cNvPr>
          <p:cNvSpPr>
            <a:spLocks noGrp="1"/>
          </p:cNvSpPr>
          <p:nvPr>
            <p:ph type="sldNum" sz="quarter" idx="12"/>
          </p:nvPr>
        </p:nvSpPr>
        <p:spPr/>
        <p:txBody>
          <a:bodyPr/>
          <a:lstStyle/>
          <a:p>
            <a:fld id="{03F67448-8E76-4088-8C0F-9DC880FFD75C}" type="slidenum">
              <a:rPr lang="en-IN" smtClean="0"/>
              <a:t>15</a:t>
            </a:fld>
            <a:endParaRPr lang="en-IN"/>
          </a:p>
        </p:txBody>
      </p:sp>
      <p:graphicFrame>
        <p:nvGraphicFramePr>
          <p:cNvPr id="5" name="Table 4">
            <a:extLst>
              <a:ext uri="{FF2B5EF4-FFF2-40B4-BE49-F238E27FC236}">
                <a16:creationId xmlns:a16="http://schemas.microsoft.com/office/drawing/2014/main" id="{9EA8E718-21B4-4133-3105-694A126AC412}"/>
              </a:ext>
            </a:extLst>
          </p:cNvPr>
          <p:cNvGraphicFramePr>
            <a:graphicFrameLocks noGrp="1"/>
          </p:cNvGraphicFramePr>
          <p:nvPr>
            <p:extLst>
              <p:ext uri="{D42A27DB-BD31-4B8C-83A1-F6EECF244321}">
                <p14:modId xmlns:p14="http://schemas.microsoft.com/office/powerpoint/2010/main" val="1418722728"/>
              </p:ext>
            </p:extLst>
          </p:nvPr>
        </p:nvGraphicFramePr>
        <p:xfrm>
          <a:off x="1914358" y="4028351"/>
          <a:ext cx="8363283" cy="1372108"/>
        </p:xfrm>
        <a:graphic>
          <a:graphicData uri="http://schemas.openxmlformats.org/drawingml/2006/table">
            <a:tbl>
              <a:tblPr firstRow="1" bandRow="1">
                <a:tableStyleId>{5C22544A-7EE6-4342-B048-85BDC9FD1C3A}</a:tableStyleId>
              </a:tblPr>
              <a:tblGrid>
                <a:gridCol w="2787761">
                  <a:extLst>
                    <a:ext uri="{9D8B030D-6E8A-4147-A177-3AD203B41FA5}">
                      <a16:colId xmlns:a16="http://schemas.microsoft.com/office/drawing/2014/main" val="2016757122"/>
                    </a:ext>
                  </a:extLst>
                </a:gridCol>
                <a:gridCol w="2787761">
                  <a:extLst>
                    <a:ext uri="{9D8B030D-6E8A-4147-A177-3AD203B41FA5}">
                      <a16:colId xmlns:a16="http://schemas.microsoft.com/office/drawing/2014/main" val="128657101"/>
                    </a:ext>
                  </a:extLst>
                </a:gridCol>
                <a:gridCol w="2787761">
                  <a:extLst>
                    <a:ext uri="{9D8B030D-6E8A-4147-A177-3AD203B41FA5}">
                      <a16:colId xmlns:a16="http://schemas.microsoft.com/office/drawing/2014/main" val="4283101623"/>
                    </a:ext>
                  </a:extLst>
                </a:gridCol>
              </a:tblGrid>
              <a:tr h="365062">
                <a:tc>
                  <a:txBody>
                    <a:bodyPr/>
                    <a:lstStyle/>
                    <a:p>
                      <a:pPr algn="ctr">
                        <a:buNone/>
                      </a:pPr>
                      <a:r>
                        <a:rPr lang="en-IN" dirty="0"/>
                        <a:t>Model</a:t>
                      </a:r>
                    </a:p>
                  </a:txBody>
                  <a:tcPr anchor="ctr"/>
                </a:tc>
                <a:tc>
                  <a:txBody>
                    <a:bodyPr/>
                    <a:lstStyle/>
                    <a:p>
                      <a:pPr algn="ctr">
                        <a:buNone/>
                      </a:pPr>
                      <a:r>
                        <a:rPr lang="en-IN"/>
                        <a:t>Accuracy</a:t>
                      </a:r>
                    </a:p>
                  </a:txBody>
                  <a:tcPr anchor="ctr"/>
                </a:tc>
                <a:tc>
                  <a:txBody>
                    <a:bodyPr/>
                    <a:lstStyle/>
                    <a:p>
                      <a:pPr algn="ctr">
                        <a:buNone/>
                      </a:pPr>
                      <a:r>
                        <a:rPr lang="en-IN" dirty="0"/>
                        <a:t>Speed</a:t>
                      </a:r>
                    </a:p>
                  </a:txBody>
                  <a:tcPr anchor="ctr"/>
                </a:tc>
                <a:extLst>
                  <a:ext uri="{0D108BD9-81ED-4DB2-BD59-A6C34878D82A}">
                    <a16:rowId xmlns:a16="http://schemas.microsoft.com/office/drawing/2014/main" val="672037747"/>
                  </a:ext>
                </a:extLst>
              </a:tr>
              <a:tr h="365062">
                <a:tc>
                  <a:txBody>
                    <a:bodyPr/>
                    <a:lstStyle/>
                    <a:p>
                      <a:pPr algn="ctr">
                        <a:buNone/>
                      </a:pPr>
                      <a:r>
                        <a:rPr lang="en-IN" dirty="0"/>
                        <a:t>YOLOv8 Nano</a:t>
                      </a:r>
                    </a:p>
                  </a:txBody>
                  <a:tcPr anchor="ctr"/>
                </a:tc>
                <a:tc>
                  <a:txBody>
                    <a:bodyPr/>
                    <a:lstStyle/>
                    <a:p>
                      <a:pPr algn="ctr"/>
                      <a:r>
                        <a:rPr lang="en-IN" dirty="0"/>
                        <a:t>Moderate</a:t>
                      </a:r>
                    </a:p>
                  </a:txBody>
                  <a:tcPr/>
                </a:tc>
                <a:tc>
                  <a:txBody>
                    <a:bodyPr/>
                    <a:lstStyle/>
                    <a:p>
                      <a:pPr algn="ctr"/>
                      <a:r>
                        <a:rPr lang="en-IN" dirty="0"/>
                        <a:t>Faster</a:t>
                      </a:r>
                    </a:p>
                  </a:txBody>
                  <a:tcPr/>
                </a:tc>
                <a:extLst>
                  <a:ext uri="{0D108BD9-81ED-4DB2-BD59-A6C34878D82A}">
                    <a16:rowId xmlns:a16="http://schemas.microsoft.com/office/drawing/2014/main" val="1502806004"/>
                  </a:ext>
                </a:extLst>
              </a:tr>
              <a:tr h="638891">
                <a:tc>
                  <a:txBody>
                    <a:bodyPr/>
                    <a:lstStyle/>
                    <a:p>
                      <a:pPr algn="ctr"/>
                      <a:r>
                        <a:rPr lang="en-IN" dirty="0"/>
                        <a:t>YOLOv8 Medium (Proposed)</a:t>
                      </a:r>
                    </a:p>
                  </a:txBody>
                  <a:tcPr/>
                </a:tc>
                <a:tc>
                  <a:txBody>
                    <a:bodyPr/>
                    <a:lstStyle/>
                    <a:p>
                      <a:pPr algn="ctr"/>
                      <a:r>
                        <a:rPr lang="en-IN" dirty="0"/>
                        <a:t>High</a:t>
                      </a:r>
                    </a:p>
                  </a:txBody>
                  <a:tcPr/>
                </a:tc>
                <a:tc>
                  <a:txBody>
                    <a:bodyPr/>
                    <a:lstStyle/>
                    <a:p>
                      <a:pPr algn="ctr"/>
                      <a:r>
                        <a:rPr lang="en-IN" dirty="0"/>
                        <a:t>Fast</a:t>
                      </a:r>
                    </a:p>
                  </a:txBody>
                  <a:tcPr/>
                </a:tc>
                <a:extLst>
                  <a:ext uri="{0D108BD9-81ED-4DB2-BD59-A6C34878D82A}">
                    <a16:rowId xmlns:a16="http://schemas.microsoft.com/office/drawing/2014/main" val="307713707"/>
                  </a:ext>
                </a:extLst>
              </a:tr>
            </a:tbl>
          </a:graphicData>
        </a:graphic>
      </p:graphicFrame>
    </p:spTree>
    <p:extLst>
      <p:ext uri="{BB962C8B-B14F-4D97-AF65-F5344CB8AC3E}">
        <p14:creationId xmlns:p14="http://schemas.microsoft.com/office/powerpoint/2010/main" val="11105526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02E52-B683-5A3E-3349-0E1E53DFCC8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8B6EACB-883A-F86F-6E1C-80ECD42009B7}"/>
              </a:ext>
            </a:extLst>
          </p:cNvPr>
          <p:cNvSpPr>
            <a:spLocks noGrp="1"/>
          </p:cNvSpPr>
          <p:nvPr>
            <p:ph type="sldNum" sz="quarter" idx="12"/>
          </p:nvPr>
        </p:nvSpPr>
        <p:spPr/>
        <p:txBody>
          <a:bodyPr/>
          <a:lstStyle/>
          <a:p>
            <a:fld id="{03F67448-8E76-4088-8C0F-9DC880FFD75C}" type="slidenum">
              <a:rPr lang="en-IN" smtClean="0"/>
              <a:t>16</a:t>
            </a:fld>
            <a:endParaRPr lang="en-IN"/>
          </a:p>
        </p:txBody>
      </p:sp>
      <p:pic>
        <p:nvPicPr>
          <p:cNvPr id="10" name="Picture 9">
            <a:extLst>
              <a:ext uri="{FF2B5EF4-FFF2-40B4-BE49-F238E27FC236}">
                <a16:creationId xmlns:a16="http://schemas.microsoft.com/office/drawing/2014/main" id="{1E0E1331-741B-3B79-A7CE-B0690E7DE554}"/>
              </a:ext>
            </a:extLst>
          </p:cNvPr>
          <p:cNvPicPr>
            <a:picLocks noChangeAspect="1"/>
          </p:cNvPicPr>
          <p:nvPr/>
        </p:nvPicPr>
        <p:blipFill>
          <a:blip r:embed="rId2"/>
          <a:stretch>
            <a:fillRect/>
          </a:stretch>
        </p:blipFill>
        <p:spPr>
          <a:xfrm>
            <a:off x="4554403" y="2132782"/>
            <a:ext cx="2908245" cy="2326596"/>
          </a:xfrm>
          <a:prstGeom prst="rect">
            <a:avLst/>
          </a:prstGeom>
        </p:spPr>
      </p:pic>
      <p:pic>
        <p:nvPicPr>
          <p:cNvPr id="12" name="Picture 11">
            <a:extLst>
              <a:ext uri="{FF2B5EF4-FFF2-40B4-BE49-F238E27FC236}">
                <a16:creationId xmlns:a16="http://schemas.microsoft.com/office/drawing/2014/main" id="{9DF9544A-D0D0-3924-A1FD-F1A79173CEE6}"/>
              </a:ext>
            </a:extLst>
          </p:cNvPr>
          <p:cNvPicPr>
            <a:picLocks noChangeAspect="1"/>
          </p:cNvPicPr>
          <p:nvPr/>
        </p:nvPicPr>
        <p:blipFill>
          <a:blip r:embed="rId3"/>
          <a:stretch>
            <a:fillRect/>
          </a:stretch>
        </p:blipFill>
        <p:spPr>
          <a:xfrm>
            <a:off x="664093" y="2143421"/>
            <a:ext cx="3130245" cy="2315957"/>
          </a:xfrm>
          <a:prstGeom prst="rect">
            <a:avLst/>
          </a:prstGeom>
        </p:spPr>
      </p:pic>
      <p:pic>
        <p:nvPicPr>
          <p:cNvPr id="14" name="Picture 13">
            <a:extLst>
              <a:ext uri="{FF2B5EF4-FFF2-40B4-BE49-F238E27FC236}">
                <a16:creationId xmlns:a16="http://schemas.microsoft.com/office/drawing/2014/main" id="{AD0E3E00-431F-C916-F39B-FF673B494F94}"/>
              </a:ext>
            </a:extLst>
          </p:cNvPr>
          <p:cNvPicPr>
            <a:picLocks noChangeAspect="1"/>
          </p:cNvPicPr>
          <p:nvPr/>
        </p:nvPicPr>
        <p:blipFill>
          <a:blip r:embed="rId4"/>
          <a:stretch>
            <a:fillRect/>
          </a:stretch>
        </p:blipFill>
        <p:spPr>
          <a:xfrm>
            <a:off x="8222713" y="2143421"/>
            <a:ext cx="3087942" cy="2315957"/>
          </a:xfrm>
          <a:prstGeom prst="rect">
            <a:avLst/>
          </a:prstGeom>
        </p:spPr>
      </p:pic>
      <p:sp>
        <p:nvSpPr>
          <p:cNvPr id="15" name="TextBox 14">
            <a:extLst>
              <a:ext uri="{FF2B5EF4-FFF2-40B4-BE49-F238E27FC236}">
                <a16:creationId xmlns:a16="http://schemas.microsoft.com/office/drawing/2014/main" id="{A78C7A45-CFA3-49FF-1732-9169EE111D3C}"/>
              </a:ext>
            </a:extLst>
          </p:cNvPr>
          <p:cNvSpPr txBox="1"/>
          <p:nvPr/>
        </p:nvSpPr>
        <p:spPr>
          <a:xfrm>
            <a:off x="4757635" y="4880002"/>
            <a:ext cx="2501779" cy="369332"/>
          </a:xfrm>
          <a:prstGeom prst="rect">
            <a:avLst/>
          </a:prstGeom>
          <a:noFill/>
        </p:spPr>
        <p:txBody>
          <a:bodyPr wrap="square" rtlCol="0">
            <a:spAutoFit/>
          </a:bodyPr>
          <a:lstStyle/>
          <a:p>
            <a:r>
              <a:rPr lang="en-IN" dirty="0"/>
              <a:t>Sample Test Image (Cat)</a:t>
            </a:r>
          </a:p>
        </p:txBody>
      </p:sp>
      <p:sp>
        <p:nvSpPr>
          <p:cNvPr id="16" name="TextBox 15">
            <a:extLst>
              <a:ext uri="{FF2B5EF4-FFF2-40B4-BE49-F238E27FC236}">
                <a16:creationId xmlns:a16="http://schemas.microsoft.com/office/drawing/2014/main" id="{7D551486-1360-EE58-4755-76F39BF63A8D}"/>
              </a:ext>
            </a:extLst>
          </p:cNvPr>
          <p:cNvSpPr txBox="1"/>
          <p:nvPr/>
        </p:nvSpPr>
        <p:spPr>
          <a:xfrm>
            <a:off x="664092" y="4741503"/>
            <a:ext cx="3130245" cy="646331"/>
          </a:xfrm>
          <a:prstGeom prst="rect">
            <a:avLst/>
          </a:prstGeom>
          <a:noFill/>
        </p:spPr>
        <p:txBody>
          <a:bodyPr wrap="square" rtlCol="0">
            <a:spAutoFit/>
          </a:bodyPr>
          <a:lstStyle/>
          <a:p>
            <a:r>
              <a:rPr lang="en-US" dirty="0"/>
              <a:t>Server JSON Response Showing Detected Animal</a:t>
            </a:r>
            <a:endParaRPr lang="en-IN" dirty="0"/>
          </a:p>
        </p:txBody>
      </p:sp>
      <p:sp>
        <p:nvSpPr>
          <p:cNvPr id="17" name="TextBox 16">
            <a:extLst>
              <a:ext uri="{FF2B5EF4-FFF2-40B4-BE49-F238E27FC236}">
                <a16:creationId xmlns:a16="http://schemas.microsoft.com/office/drawing/2014/main" id="{F3288544-3221-E21D-2612-E9181BA9F9E0}"/>
              </a:ext>
            </a:extLst>
          </p:cNvPr>
          <p:cNvSpPr txBox="1"/>
          <p:nvPr/>
        </p:nvSpPr>
        <p:spPr>
          <a:xfrm>
            <a:off x="8222713" y="4741503"/>
            <a:ext cx="3087942" cy="646331"/>
          </a:xfrm>
          <a:prstGeom prst="rect">
            <a:avLst/>
          </a:prstGeom>
          <a:noFill/>
        </p:spPr>
        <p:txBody>
          <a:bodyPr wrap="square" rtlCol="0">
            <a:spAutoFit/>
          </a:bodyPr>
          <a:lstStyle/>
          <a:p>
            <a:r>
              <a:rPr lang="en-US" dirty="0"/>
              <a:t>Alert Triggered After Animal Detection</a:t>
            </a:r>
            <a:endParaRPr lang="en-IN" dirty="0"/>
          </a:p>
        </p:txBody>
      </p:sp>
    </p:spTree>
    <p:extLst>
      <p:ext uri="{BB962C8B-B14F-4D97-AF65-F5344CB8AC3E}">
        <p14:creationId xmlns:p14="http://schemas.microsoft.com/office/powerpoint/2010/main" val="39823102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1614D-3F33-C333-F85F-BF127F5A4EB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1B264A7-A135-8F09-E756-BCC0C46664C2}"/>
              </a:ext>
            </a:extLst>
          </p:cNvPr>
          <p:cNvSpPr>
            <a:spLocks noGrp="1"/>
          </p:cNvSpPr>
          <p:nvPr>
            <p:ph type="sldNum" sz="quarter" idx="12"/>
          </p:nvPr>
        </p:nvSpPr>
        <p:spPr/>
        <p:txBody>
          <a:bodyPr/>
          <a:lstStyle/>
          <a:p>
            <a:fld id="{03F67448-8E76-4088-8C0F-9DC880FFD75C}" type="slidenum">
              <a:rPr lang="en-IN" smtClean="0"/>
              <a:t>17</a:t>
            </a:fld>
            <a:endParaRPr lang="en-IN"/>
          </a:p>
        </p:txBody>
      </p:sp>
      <p:sp>
        <p:nvSpPr>
          <p:cNvPr id="7" name="Content Placeholder 6">
            <a:extLst>
              <a:ext uri="{FF2B5EF4-FFF2-40B4-BE49-F238E27FC236}">
                <a16:creationId xmlns:a16="http://schemas.microsoft.com/office/drawing/2014/main" id="{84FFCF85-599E-D2FD-ADC6-2F3F8E827653}"/>
              </a:ext>
            </a:extLst>
          </p:cNvPr>
          <p:cNvSpPr>
            <a:spLocks noGrp="1"/>
          </p:cNvSpPr>
          <p:nvPr>
            <p:ph idx="1"/>
          </p:nvPr>
        </p:nvSpPr>
        <p:spPr>
          <a:xfrm>
            <a:off x="956915" y="1228612"/>
            <a:ext cx="10515600" cy="4962756"/>
          </a:xfrm>
        </p:spPr>
        <p:txBody>
          <a:bodyPr>
            <a:normAutofit fontScale="92500" lnSpcReduction="10000"/>
          </a:bodyPr>
          <a:lstStyle/>
          <a:p>
            <a:pPr marL="0" indent="0">
              <a:buNone/>
            </a:pPr>
            <a:r>
              <a:rPr lang="en-US" b="1" dirty="0"/>
              <a:t>Key Findings</a:t>
            </a:r>
          </a:p>
          <a:p>
            <a:r>
              <a:rPr lang="en-US" dirty="0"/>
              <a:t>Real-time animal detection achieved</a:t>
            </a:r>
          </a:p>
          <a:p>
            <a:r>
              <a:rPr lang="en-US" dirty="0"/>
              <a:t>Reliable ESP32 + Flask integration</a:t>
            </a:r>
          </a:p>
          <a:p>
            <a:r>
              <a:rPr lang="en-US" dirty="0"/>
              <a:t>Efficient wireless image transfer</a:t>
            </a:r>
          </a:p>
          <a:p>
            <a:pPr marL="0" indent="0">
              <a:buNone/>
            </a:pPr>
            <a:r>
              <a:rPr lang="en-US" b="1" dirty="0"/>
              <a:t>Advantages</a:t>
            </a:r>
          </a:p>
          <a:p>
            <a:r>
              <a:rPr lang="en-US" dirty="0"/>
              <a:t>Low-cost solution</a:t>
            </a:r>
          </a:p>
          <a:p>
            <a:r>
              <a:rPr lang="en-US" dirty="0"/>
              <a:t>Portable and scalable</a:t>
            </a:r>
          </a:p>
          <a:p>
            <a:r>
              <a:rPr lang="en-US" dirty="0"/>
              <a:t>Fast detection speed</a:t>
            </a:r>
          </a:p>
          <a:p>
            <a:pPr marL="0" indent="0">
              <a:buNone/>
            </a:pPr>
            <a:r>
              <a:rPr lang="en-US" b="1" dirty="0"/>
              <a:t>Limitations</a:t>
            </a:r>
          </a:p>
          <a:p>
            <a:r>
              <a:rPr lang="en-US" dirty="0"/>
              <a:t>Performance affected in low-light</a:t>
            </a:r>
          </a:p>
          <a:p>
            <a:r>
              <a:rPr lang="en-US" dirty="0"/>
              <a:t>Requires stable internet connection</a:t>
            </a:r>
          </a:p>
          <a:p>
            <a:endParaRPr lang="en-IN" dirty="0"/>
          </a:p>
        </p:txBody>
      </p:sp>
    </p:spTree>
    <p:extLst>
      <p:ext uri="{BB962C8B-B14F-4D97-AF65-F5344CB8AC3E}">
        <p14:creationId xmlns:p14="http://schemas.microsoft.com/office/powerpoint/2010/main" val="6605395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AEFC3-E899-AECC-1B35-F48657CA18EB}"/>
              </a:ext>
            </a:extLst>
          </p:cNvPr>
          <p:cNvSpPr>
            <a:spLocks noGrp="1"/>
          </p:cNvSpPr>
          <p:nvPr>
            <p:ph type="title"/>
          </p:nvPr>
        </p:nvSpPr>
        <p:spPr/>
        <p:txBody>
          <a:bodyPr/>
          <a:lstStyle/>
          <a:p>
            <a:r>
              <a:rPr lang="en-IN" b="1" dirty="0"/>
              <a:t>Conclusion</a:t>
            </a:r>
          </a:p>
        </p:txBody>
      </p:sp>
      <p:sp>
        <p:nvSpPr>
          <p:cNvPr id="3" name="Content Placeholder 2">
            <a:extLst>
              <a:ext uri="{FF2B5EF4-FFF2-40B4-BE49-F238E27FC236}">
                <a16:creationId xmlns:a16="http://schemas.microsoft.com/office/drawing/2014/main" id="{3BA5E50D-41F2-6407-BA80-EFD205D0FD82}"/>
              </a:ext>
            </a:extLst>
          </p:cNvPr>
          <p:cNvSpPr>
            <a:spLocks noGrp="1"/>
          </p:cNvSpPr>
          <p:nvPr>
            <p:ph idx="1"/>
          </p:nvPr>
        </p:nvSpPr>
        <p:spPr>
          <a:xfrm>
            <a:off x="838204" y="1228612"/>
            <a:ext cx="10515600" cy="4962756"/>
          </a:xfrm>
        </p:spPr>
        <p:txBody>
          <a:bodyPr>
            <a:normAutofit/>
          </a:bodyPr>
          <a:lstStyle/>
          <a:p>
            <a:pPr marL="0" indent="0">
              <a:buNone/>
            </a:pPr>
            <a:r>
              <a:rPr lang="en-US" dirty="0"/>
              <a:t>The proposed system provides a real-time animal detection solution using YOLOv8 with ESP32-CAM and a Flask backend. It enables wireless image capture, AI-based detection, and instant alerts. The system offers a practical and low-cost safety solution for wildlife-prone areas.</a:t>
            </a:r>
          </a:p>
          <a:p>
            <a:pPr marL="0" indent="0">
              <a:buNone/>
            </a:pPr>
            <a:r>
              <a:rPr lang="en-US" b="1" dirty="0"/>
              <a:t>Future Scope</a:t>
            </a:r>
          </a:p>
          <a:p>
            <a:r>
              <a:rPr lang="en-US" dirty="0"/>
              <a:t>Deploy the system fully on cloud infrastructure</a:t>
            </a:r>
          </a:p>
          <a:p>
            <a:r>
              <a:rPr lang="en-US" dirty="0"/>
              <a:t>Integrate drone-based monitoring for wider coverage</a:t>
            </a:r>
          </a:p>
          <a:p>
            <a:r>
              <a:rPr lang="en-US" dirty="0"/>
              <a:t>Enhance night-time detection using thermal/IR cameras</a:t>
            </a:r>
          </a:p>
          <a:p>
            <a:r>
              <a:rPr lang="en-US" dirty="0"/>
              <a:t>Optimize the system for full edge-device deployment</a:t>
            </a:r>
          </a:p>
        </p:txBody>
      </p:sp>
      <p:sp>
        <p:nvSpPr>
          <p:cNvPr id="4" name="Slide Number Placeholder 3">
            <a:extLst>
              <a:ext uri="{FF2B5EF4-FFF2-40B4-BE49-F238E27FC236}">
                <a16:creationId xmlns:a16="http://schemas.microsoft.com/office/drawing/2014/main" id="{287DB677-AEF1-8623-A9A8-B5C51AE73FFE}"/>
              </a:ext>
            </a:extLst>
          </p:cNvPr>
          <p:cNvSpPr>
            <a:spLocks noGrp="1"/>
          </p:cNvSpPr>
          <p:nvPr>
            <p:ph type="sldNum" sz="quarter" idx="12"/>
          </p:nvPr>
        </p:nvSpPr>
        <p:spPr/>
        <p:txBody>
          <a:bodyPr/>
          <a:lstStyle/>
          <a:p>
            <a:fld id="{03F67448-8E76-4088-8C0F-9DC880FFD75C}" type="slidenum">
              <a:rPr lang="en-IN" smtClean="0"/>
              <a:t>18</a:t>
            </a:fld>
            <a:endParaRPr lang="en-IN"/>
          </a:p>
        </p:txBody>
      </p:sp>
    </p:spTree>
    <p:extLst>
      <p:ext uri="{BB962C8B-B14F-4D97-AF65-F5344CB8AC3E}">
        <p14:creationId xmlns:p14="http://schemas.microsoft.com/office/powerpoint/2010/main" val="10970914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6637F-7D5B-6CFB-25D2-F4E0D0277B8C}"/>
              </a:ext>
            </a:extLst>
          </p:cNvPr>
          <p:cNvSpPr>
            <a:spLocks noGrp="1"/>
          </p:cNvSpPr>
          <p:nvPr>
            <p:ph type="title"/>
          </p:nvPr>
        </p:nvSpPr>
        <p:spPr/>
        <p:txBody>
          <a:bodyPr/>
          <a:lstStyle/>
          <a:p>
            <a:r>
              <a:rPr lang="en-IN" b="1" dirty="0"/>
              <a:t>References</a:t>
            </a:r>
          </a:p>
        </p:txBody>
      </p:sp>
      <p:sp>
        <p:nvSpPr>
          <p:cNvPr id="3" name="Content Placeholder 2">
            <a:extLst>
              <a:ext uri="{FF2B5EF4-FFF2-40B4-BE49-F238E27FC236}">
                <a16:creationId xmlns:a16="http://schemas.microsoft.com/office/drawing/2014/main" id="{DA1DED4A-44C0-E49A-5B18-6EBB45EC5356}"/>
              </a:ext>
            </a:extLst>
          </p:cNvPr>
          <p:cNvSpPr>
            <a:spLocks noGrp="1"/>
          </p:cNvSpPr>
          <p:nvPr>
            <p:ph idx="1"/>
          </p:nvPr>
        </p:nvSpPr>
        <p:spPr>
          <a:xfrm>
            <a:off x="944081" y="1228612"/>
            <a:ext cx="10515600" cy="4962756"/>
          </a:xfrm>
        </p:spPr>
        <p:txBody>
          <a:bodyPr>
            <a:normAutofit fontScale="92500" lnSpcReduction="10000"/>
          </a:bodyPr>
          <a:lstStyle/>
          <a:p>
            <a:pPr marL="0" indent="0">
              <a:buNone/>
            </a:pPr>
            <a:r>
              <a:rPr lang="en-IN" dirty="0"/>
              <a:t>[1] J. Redmon, S. </a:t>
            </a:r>
            <a:r>
              <a:rPr lang="en-IN" dirty="0" err="1"/>
              <a:t>Divvala</a:t>
            </a:r>
            <a:r>
              <a:rPr lang="en-IN" dirty="0"/>
              <a:t>, R. </a:t>
            </a:r>
            <a:r>
              <a:rPr lang="en-IN" dirty="0" err="1"/>
              <a:t>Girshick</a:t>
            </a:r>
            <a:r>
              <a:rPr lang="en-IN" dirty="0"/>
              <a:t>, and A. Farhadi, “You Only Look Once: Unified, Real-Time Object Detection,” </a:t>
            </a:r>
            <a:r>
              <a:rPr lang="en-IN" i="1" dirty="0"/>
              <a:t>Proc. IEEE Conf. Computer Vision and Pattern Recognition (CVPR)</a:t>
            </a:r>
            <a:r>
              <a:rPr lang="en-IN" dirty="0"/>
              <a:t>, pp. 779–788, 2016.</a:t>
            </a:r>
          </a:p>
          <a:p>
            <a:pPr marL="0" indent="0">
              <a:buNone/>
            </a:pPr>
            <a:r>
              <a:rPr lang="en-IN" dirty="0"/>
              <a:t>[2] A. </a:t>
            </a:r>
            <a:r>
              <a:rPr lang="en-IN" dirty="0" err="1"/>
              <a:t>Bochkovskiy</a:t>
            </a:r>
            <a:r>
              <a:rPr lang="en-IN" dirty="0"/>
              <a:t>, C. Y. Wang, and H. Y. M. Liao, “YOLOv4: Optimal Speed and Accuracy of Object Detection,” </a:t>
            </a:r>
            <a:r>
              <a:rPr lang="en-IN" i="1" dirty="0" err="1"/>
              <a:t>arXiv</a:t>
            </a:r>
            <a:r>
              <a:rPr lang="en-IN" i="1" dirty="0"/>
              <a:t> preprint arXiv:2004.10934</a:t>
            </a:r>
            <a:r>
              <a:rPr lang="en-IN" dirty="0"/>
              <a:t>, 2020.</a:t>
            </a:r>
          </a:p>
          <a:p>
            <a:pPr marL="0" indent="0">
              <a:buNone/>
            </a:pPr>
            <a:r>
              <a:rPr lang="en-IN" dirty="0"/>
              <a:t>[3] G. </a:t>
            </a:r>
            <a:r>
              <a:rPr lang="en-IN" dirty="0" err="1"/>
              <a:t>Jocher</a:t>
            </a:r>
            <a:r>
              <a:rPr lang="en-IN" dirty="0"/>
              <a:t> et al., “YOLOv8: Next-Generation </a:t>
            </a:r>
            <a:r>
              <a:rPr lang="en-IN" dirty="0" err="1"/>
              <a:t>Ultralytics</a:t>
            </a:r>
            <a:r>
              <a:rPr lang="en-IN" dirty="0"/>
              <a:t> Object Detection Model,” </a:t>
            </a:r>
            <a:r>
              <a:rPr lang="en-IN" i="1" dirty="0" err="1"/>
              <a:t>Ultralytics</a:t>
            </a:r>
            <a:r>
              <a:rPr lang="en-IN" i="1" dirty="0"/>
              <a:t> Documentation</a:t>
            </a:r>
            <a:r>
              <a:rPr lang="en-IN" dirty="0"/>
              <a:t>, 2023.</a:t>
            </a:r>
          </a:p>
          <a:p>
            <a:pPr marL="0" indent="0">
              <a:buNone/>
            </a:pPr>
            <a:r>
              <a:rPr lang="en-IN" dirty="0"/>
              <a:t>[4] M. Tan and Q. Le, “</a:t>
            </a:r>
            <a:r>
              <a:rPr lang="en-IN" dirty="0" err="1"/>
              <a:t>EfficientNet</a:t>
            </a:r>
            <a:r>
              <a:rPr lang="en-IN" dirty="0"/>
              <a:t>: Rethinking Model Scaling for Convolutional Neural Networks,” </a:t>
            </a:r>
            <a:r>
              <a:rPr lang="en-IN" i="1" dirty="0"/>
              <a:t>Proc. Int. Conf. Machine Learning (ICML)</a:t>
            </a:r>
            <a:r>
              <a:rPr lang="en-IN" dirty="0"/>
              <a:t>, 2019.</a:t>
            </a:r>
          </a:p>
          <a:p>
            <a:pPr marL="0" indent="0">
              <a:buNone/>
            </a:pPr>
            <a:r>
              <a:rPr lang="en-IN" dirty="0"/>
              <a:t>[5] T. Chen et al., “Deep Learning-Based Wildlife Monitoring Using Camera Traps,” </a:t>
            </a:r>
            <a:r>
              <a:rPr lang="en-IN" i="1" dirty="0"/>
              <a:t>IEEE Access</a:t>
            </a:r>
            <a:r>
              <a:rPr lang="en-IN" dirty="0"/>
              <a:t>, vol. 8, pp. 123456–123467, 2020.</a:t>
            </a:r>
          </a:p>
        </p:txBody>
      </p:sp>
      <p:sp>
        <p:nvSpPr>
          <p:cNvPr id="4" name="Slide Number Placeholder 3">
            <a:extLst>
              <a:ext uri="{FF2B5EF4-FFF2-40B4-BE49-F238E27FC236}">
                <a16:creationId xmlns:a16="http://schemas.microsoft.com/office/drawing/2014/main" id="{A00A5347-A15A-AF7E-A24A-E7D29CDC0FA5}"/>
              </a:ext>
            </a:extLst>
          </p:cNvPr>
          <p:cNvSpPr>
            <a:spLocks noGrp="1"/>
          </p:cNvSpPr>
          <p:nvPr>
            <p:ph type="sldNum" sz="quarter" idx="12"/>
          </p:nvPr>
        </p:nvSpPr>
        <p:spPr/>
        <p:txBody>
          <a:bodyPr/>
          <a:lstStyle/>
          <a:p>
            <a:fld id="{03F67448-8E76-4088-8C0F-9DC880FFD75C}" type="slidenum">
              <a:rPr lang="en-IN" smtClean="0"/>
              <a:t>19</a:t>
            </a:fld>
            <a:endParaRPr lang="en-IN"/>
          </a:p>
        </p:txBody>
      </p:sp>
    </p:spTree>
    <p:extLst>
      <p:ext uri="{BB962C8B-B14F-4D97-AF65-F5344CB8AC3E}">
        <p14:creationId xmlns:p14="http://schemas.microsoft.com/office/powerpoint/2010/main" val="19125426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11313-CF47-1CBF-2578-68A46EE6720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B01E8B-9536-D8B1-C046-46DED280378E}"/>
              </a:ext>
            </a:extLst>
          </p:cNvPr>
          <p:cNvSpPr>
            <a:spLocks noGrp="1"/>
          </p:cNvSpPr>
          <p:nvPr>
            <p:ph idx="1"/>
          </p:nvPr>
        </p:nvSpPr>
        <p:spPr>
          <a:xfrm>
            <a:off x="992208" y="1310460"/>
            <a:ext cx="10515600" cy="4962756"/>
          </a:xfrm>
        </p:spPr>
        <p:txBody>
          <a:bodyPr>
            <a:normAutofit fontScale="92500"/>
          </a:bodyPr>
          <a:lstStyle/>
          <a:p>
            <a:pPr marL="0" indent="0">
              <a:buNone/>
            </a:pPr>
            <a:r>
              <a:rPr lang="en-IN" dirty="0"/>
              <a:t>[6] S. S. Raut and V. B. Mane, “IoT-Based Smart Monitoring System Using ESP32,” </a:t>
            </a:r>
            <a:r>
              <a:rPr lang="en-IN" i="1" dirty="0"/>
              <a:t>Proc. IEEE Int. Conf. IoT and Smart Systems</a:t>
            </a:r>
            <a:r>
              <a:rPr lang="en-IN" dirty="0"/>
              <a:t>, 2021.</a:t>
            </a:r>
          </a:p>
          <a:p>
            <a:pPr marL="0" indent="0">
              <a:buNone/>
            </a:pPr>
            <a:r>
              <a:rPr lang="en-IN" dirty="0"/>
              <a:t>[7] A. </a:t>
            </a:r>
            <a:r>
              <a:rPr lang="en-IN" dirty="0" err="1"/>
              <a:t>Krizhevsky</a:t>
            </a:r>
            <a:r>
              <a:rPr lang="en-IN" dirty="0"/>
              <a:t>, I. </a:t>
            </a:r>
            <a:r>
              <a:rPr lang="en-IN" dirty="0" err="1"/>
              <a:t>Sutskever</a:t>
            </a:r>
            <a:r>
              <a:rPr lang="en-IN" dirty="0"/>
              <a:t>, and G. E. Hinton, “ImageNet Classification with Deep Convolutional Neural Networks,” </a:t>
            </a:r>
            <a:r>
              <a:rPr lang="en-IN" i="1" dirty="0"/>
              <a:t>Advances in Neural Information Processing Systems</a:t>
            </a:r>
            <a:r>
              <a:rPr lang="en-IN" dirty="0"/>
              <a:t>, 2012.</a:t>
            </a:r>
          </a:p>
          <a:p>
            <a:pPr marL="0" indent="0">
              <a:buNone/>
            </a:pPr>
            <a:r>
              <a:rPr lang="en-IN" dirty="0"/>
              <a:t>[8] K. Simonyan and A. Zisserman, “Very Deep Convolutional Networks for Large-Scale Image Recognition,” </a:t>
            </a:r>
            <a:r>
              <a:rPr lang="en-IN" i="1" dirty="0" err="1"/>
              <a:t>arXiv</a:t>
            </a:r>
            <a:r>
              <a:rPr lang="en-IN" i="1" dirty="0"/>
              <a:t> preprint arXiv:1409.1556</a:t>
            </a:r>
            <a:r>
              <a:rPr lang="en-IN" dirty="0"/>
              <a:t>, 2014.</a:t>
            </a:r>
          </a:p>
          <a:p>
            <a:pPr marL="0" indent="0">
              <a:buNone/>
            </a:pPr>
            <a:r>
              <a:rPr lang="en-IN" dirty="0"/>
              <a:t>[9] R. </a:t>
            </a:r>
            <a:r>
              <a:rPr lang="en-IN" dirty="0" err="1"/>
              <a:t>Girshick</a:t>
            </a:r>
            <a:r>
              <a:rPr lang="en-IN" dirty="0"/>
              <a:t>, “Fast R-CNN,” </a:t>
            </a:r>
            <a:r>
              <a:rPr lang="en-IN" i="1" dirty="0"/>
              <a:t>Proc. IEEE Int. Conf. Computer Vision (ICCV)</a:t>
            </a:r>
            <a:r>
              <a:rPr lang="en-IN" dirty="0"/>
              <a:t>, pp. 1440–1448, 2015.</a:t>
            </a:r>
          </a:p>
          <a:p>
            <a:pPr marL="0" indent="0">
              <a:buNone/>
            </a:pPr>
            <a:r>
              <a:rPr lang="en-IN" dirty="0"/>
              <a:t>[10] H. Zhang et al., “Real-Time Animal Detection Using Deep Learning Models,” </a:t>
            </a:r>
            <a:r>
              <a:rPr lang="en-IN" i="1" dirty="0"/>
              <a:t>IEEE Sensors Journal</a:t>
            </a:r>
            <a:r>
              <a:rPr lang="en-IN" dirty="0"/>
              <a:t>, vol. 21, no. 5, pp. 7890–7899, 2021.</a:t>
            </a:r>
          </a:p>
        </p:txBody>
      </p:sp>
      <p:sp>
        <p:nvSpPr>
          <p:cNvPr id="4" name="Slide Number Placeholder 3">
            <a:extLst>
              <a:ext uri="{FF2B5EF4-FFF2-40B4-BE49-F238E27FC236}">
                <a16:creationId xmlns:a16="http://schemas.microsoft.com/office/drawing/2014/main" id="{2B0C7315-6DCC-A674-7F65-B4EE97D5BFD7}"/>
              </a:ext>
            </a:extLst>
          </p:cNvPr>
          <p:cNvSpPr>
            <a:spLocks noGrp="1"/>
          </p:cNvSpPr>
          <p:nvPr>
            <p:ph type="sldNum" sz="quarter" idx="12"/>
          </p:nvPr>
        </p:nvSpPr>
        <p:spPr/>
        <p:txBody>
          <a:bodyPr/>
          <a:lstStyle/>
          <a:p>
            <a:fld id="{03F67448-8E76-4088-8C0F-9DC880FFD75C}" type="slidenum">
              <a:rPr lang="en-IN" smtClean="0"/>
              <a:t>20</a:t>
            </a:fld>
            <a:endParaRPr lang="en-IN"/>
          </a:p>
        </p:txBody>
      </p:sp>
    </p:spTree>
    <p:extLst>
      <p:ext uri="{BB962C8B-B14F-4D97-AF65-F5344CB8AC3E}">
        <p14:creationId xmlns:p14="http://schemas.microsoft.com/office/powerpoint/2010/main" val="42560331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9C5D562C-02FF-23C4-C1A4-02C1E86BCF54}"/>
              </a:ext>
            </a:extLst>
          </p:cNvPr>
          <p:cNvGrpSpPr>
            <a:grpSpLocks/>
          </p:cNvGrpSpPr>
          <p:nvPr/>
        </p:nvGrpSpPr>
        <p:grpSpPr>
          <a:xfrm>
            <a:off x="2631201" y="359621"/>
            <a:ext cx="5926171" cy="6698030"/>
            <a:chOff x="2631200" y="359621"/>
            <a:chExt cx="5926171" cy="6698030"/>
          </a:xfrm>
        </p:grpSpPr>
        <p:sp>
          <p:nvSpPr>
            <p:cNvPr id="5" name="Rectangle: Rounded Corners 4">
              <a:extLst>
                <a:ext uri="{FF2B5EF4-FFF2-40B4-BE49-F238E27FC236}">
                  <a16:creationId xmlns:a16="http://schemas.microsoft.com/office/drawing/2014/main" id="{CBBE9C5C-6569-4C5C-98FD-4514941A1A59}"/>
                </a:ext>
              </a:extLst>
            </p:cNvPr>
            <p:cNvSpPr>
              <a:spLocks/>
            </p:cNvSpPr>
            <p:nvPr/>
          </p:nvSpPr>
          <p:spPr>
            <a:xfrm rot="2700000">
              <a:off x="4787270" y="1498228"/>
              <a:ext cx="2013390" cy="2013390"/>
            </a:xfrm>
            <a:prstGeom prst="roundRect">
              <a:avLst>
                <a:gd name="adj" fmla="val 20464"/>
              </a:avLst>
            </a:prstGeom>
            <a:noFill/>
            <a:ln w="34925">
              <a:solidFill>
                <a:srgbClr val="3AB6D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1"/>
            </a:p>
          </p:txBody>
        </p:sp>
        <p:sp>
          <p:nvSpPr>
            <p:cNvPr id="6" name="Rectangle: Rounded Corners 5">
              <a:extLst>
                <a:ext uri="{FF2B5EF4-FFF2-40B4-BE49-F238E27FC236}">
                  <a16:creationId xmlns:a16="http://schemas.microsoft.com/office/drawing/2014/main" id="{A06BA146-A655-415F-8DCE-ED10500F28D3}"/>
                </a:ext>
              </a:extLst>
            </p:cNvPr>
            <p:cNvSpPr>
              <a:spLocks/>
            </p:cNvSpPr>
            <p:nvPr/>
          </p:nvSpPr>
          <p:spPr>
            <a:xfrm rot="2700000">
              <a:off x="6838259" y="3069049"/>
              <a:ext cx="1719112" cy="1719112"/>
            </a:xfrm>
            <a:prstGeom prst="roundRect">
              <a:avLst>
                <a:gd name="adj" fmla="val 20464"/>
              </a:avLst>
            </a:prstGeom>
            <a:noFill/>
            <a:ln w="34925">
              <a:solidFill>
                <a:srgbClr val="3AB6D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1"/>
            </a:p>
          </p:txBody>
        </p:sp>
        <p:sp>
          <p:nvSpPr>
            <p:cNvPr id="7" name="Rectangle: Rounded Corners 6">
              <a:extLst>
                <a:ext uri="{FF2B5EF4-FFF2-40B4-BE49-F238E27FC236}">
                  <a16:creationId xmlns:a16="http://schemas.microsoft.com/office/drawing/2014/main" id="{0F5C243C-8AFA-48C1-BC37-34FA15F457A4}"/>
                </a:ext>
              </a:extLst>
            </p:cNvPr>
            <p:cNvSpPr>
              <a:spLocks/>
            </p:cNvSpPr>
            <p:nvPr/>
          </p:nvSpPr>
          <p:spPr>
            <a:xfrm rot="2700000" flipV="1">
              <a:off x="4540878" y="4118095"/>
              <a:ext cx="952612" cy="952612"/>
            </a:xfrm>
            <a:prstGeom prst="roundRect">
              <a:avLst>
                <a:gd name="adj" fmla="val 20464"/>
              </a:avLst>
            </a:prstGeom>
            <a:noFill/>
            <a:ln w="34925">
              <a:solidFill>
                <a:srgbClr val="3AB6D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1"/>
            </a:p>
          </p:txBody>
        </p:sp>
        <p:sp>
          <p:nvSpPr>
            <p:cNvPr id="3" name="Rectangle: Rounded Corners 2">
              <a:extLst>
                <a:ext uri="{FF2B5EF4-FFF2-40B4-BE49-F238E27FC236}">
                  <a16:creationId xmlns:a16="http://schemas.microsoft.com/office/drawing/2014/main" id="{E7236F8A-92A8-462D-9C5C-EBB0391EE255}"/>
                </a:ext>
              </a:extLst>
            </p:cNvPr>
            <p:cNvSpPr>
              <a:spLocks/>
            </p:cNvSpPr>
            <p:nvPr/>
          </p:nvSpPr>
          <p:spPr>
            <a:xfrm rot="2700000">
              <a:off x="4873773" y="2476033"/>
              <a:ext cx="2632086" cy="2632086"/>
            </a:xfrm>
            <a:prstGeom prst="roundRect">
              <a:avLst>
                <a:gd name="adj" fmla="val 19126"/>
              </a:avLst>
            </a:prstGeom>
            <a:solidFill>
              <a:srgbClr val="3AB6D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1"/>
            </a:p>
          </p:txBody>
        </p:sp>
        <p:sp>
          <p:nvSpPr>
            <p:cNvPr id="10" name="Title 1">
              <a:extLst>
                <a:ext uri="{FF2B5EF4-FFF2-40B4-BE49-F238E27FC236}">
                  <a16:creationId xmlns:a16="http://schemas.microsoft.com/office/drawing/2014/main" id="{A72742A2-6260-4172-8D34-B3FEEEF9BC92}"/>
                </a:ext>
              </a:extLst>
            </p:cNvPr>
            <p:cNvSpPr txBox="1">
              <a:spLocks/>
            </p:cNvSpPr>
            <p:nvPr/>
          </p:nvSpPr>
          <p:spPr>
            <a:xfrm>
              <a:off x="5052519" y="3279222"/>
              <a:ext cx="2274594" cy="1239069"/>
            </a:xfrm>
            <a:prstGeom prst="rect">
              <a:avLst/>
            </a:prstGeom>
          </p:spPr>
          <p:txBody>
            <a:bodyPr vert="horz"/>
            <a:lstStyle>
              <a:lvl1pPr algn="l" defTabSz="914400" rtl="0" eaLnBrk="1" latinLnBrk="0" hangingPunct="1">
                <a:lnSpc>
                  <a:spcPct val="90000"/>
                </a:lnSpc>
                <a:spcBef>
                  <a:spcPct val="0"/>
                </a:spcBef>
                <a:buNone/>
                <a:defRPr sz="3200" b="1" kern="1200">
                  <a:solidFill>
                    <a:schemeClr val="tx1">
                      <a:lumMod val="65000"/>
                      <a:lumOff val="35000"/>
                    </a:schemeClr>
                  </a:solidFill>
                  <a:latin typeface="Arial" panose="020B0604020202020204" pitchFamily="34" charset="0"/>
                  <a:ea typeface="+mj-ea"/>
                  <a:cs typeface="Arial" panose="020B0604020202020204" pitchFamily="34" charset="0"/>
                </a:defRPr>
              </a:lvl1pPr>
            </a:lstStyle>
            <a:p>
              <a:pPr algn="ctr"/>
              <a:r>
                <a:rPr lang="en-IN" sz="4400" dirty="0">
                  <a:solidFill>
                    <a:schemeClr val="tx1">
                      <a:lumMod val="95000"/>
                      <a:lumOff val="5000"/>
                    </a:schemeClr>
                  </a:solidFill>
                </a:rPr>
                <a:t>THANK YOU</a:t>
              </a:r>
            </a:p>
          </p:txBody>
        </p:sp>
        <p:sp>
          <p:nvSpPr>
            <p:cNvPr id="15" name="Freeform: Shape 14">
              <a:extLst>
                <a:ext uri="{FF2B5EF4-FFF2-40B4-BE49-F238E27FC236}">
                  <a16:creationId xmlns:a16="http://schemas.microsoft.com/office/drawing/2014/main" id="{92A43068-9F93-4923-849F-C40C2616E5FD}"/>
                </a:ext>
              </a:extLst>
            </p:cNvPr>
            <p:cNvSpPr>
              <a:spLocks/>
            </p:cNvSpPr>
            <p:nvPr/>
          </p:nvSpPr>
          <p:spPr>
            <a:xfrm rot="2700000">
              <a:off x="6514437" y="5459985"/>
              <a:ext cx="1597666" cy="1597666"/>
            </a:xfrm>
            <a:custGeom>
              <a:avLst/>
              <a:gdLst>
                <a:gd name="connsiteX0" fmla="*/ 89500 w 1597666"/>
                <a:gd name="connsiteY0" fmla="*/ 89500 h 1597666"/>
                <a:gd name="connsiteX1" fmla="*/ 305570 w 1597666"/>
                <a:gd name="connsiteY1" fmla="*/ 0 h 1597666"/>
                <a:gd name="connsiteX2" fmla="*/ 1292096 w 1597666"/>
                <a:gd name="connsiteY2" fmla="*/ 0 h 1597666"/>
                <a:gd name="connsiteX3" fmla="*/ 1597666 w 1597666"/>
                <a:gd name="connsiteY3" fmla="*/ 305570 h 1597666"/>
                <a:gd name="connsiteX4" fmla="*/ 1597666 w 1597666"/>
                <a:gd name="connsiteY4" fmla="*/ 828667 h 1597666"/>
                <a:gd name="connsiteX5" fmla="*/ 828667 w 1597666"/>
                <a:gd name="connsiteY5" fmla="*/ 1597666 h 1597666"/>
                <a:gd name="connsiteX6" fmla="*/ 305570 w 1597666"/>
                <a:gd name="connsiteY6" fmla="*/ 1597666 h 1597666"/>
                <a:gd name="connsiteX7" fmla="*/ 0 w 1597666"/>
                <a:gd name="connsiteY7" fmla="*/ 1292096 h 1597666"/>
                <a:gd name="connsiteX8" fmla="*/ 0 w 1597666"/>
                <a:gd name="connsiteY8" fmla="*/ 305570 h 1597666"/>
                <a:gd name="connsiteX9" fmla="*/ 89500 w 1597666"/>
                <a:gd name="connsiteY9" fmla="*/ 89500 h 1597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97666" h="1597666">
                  <a:moveTo>
                    <a:pt x="89500" y="89500"/>
                  </a:moveTo>
                  <a:cubicBezTo>
                    <a:pt x="144796" y="34202"/>
                    <a:pt x="221189" y="0"/>
                    <a:pt x="305570" y="0"/>
                  </a:cubicBezTo>
                  <a:lnTo>
                    <a:pt x="1292096" y="0"/>
                  </a:lnTo>
                  <a:cubicBezTo>
                    <a:pt x="1460858" y="0"/>
                    <a:pt x="1597666" y="136808"/>
                    <a:pt x="1597666" y="305570"/>
                  </a:cubicBezTo>
                  <a:lnTo>
                    <a:pt x="1597666" y="828667"/>
                  </a:lnTo>
                  <a:lnTo>
                    <a:pt x="828667" y="1597666"/>
                  </a:lnTo>
                  <a:lnTo>
                    <a:pt x="305570" y="1597666"/>
                  </a:lnTo>
                  <a:cubicBezTo>
                    <a:pt x="136808" y="1597666"/>
                    <a:pt x="0" y="1460858"/>
                    <a:pt x="0" y="1292096"/>
                  </a:cubicBezTo>
                  <a:lnTo>
                    <a:pt x="0" y="305570"/>
                  </a:lnTo>
                  <a:cubicBezTo>
                    <a:pt x="0" y="221189"/>
                    <a:pt x="34202" y="144796"/>
                    <a:pt x="89500" y="89500"/>
                  </a:cubicBezTo>
                  <a:close/>
                </a:path>
              </a:pathLst>
            </a:custGeom>
            <a:solidFill>
              <a:srgbClr val="3AB6D0">
                <a:alpha val="1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1"/>
            </a:p>
          </p:txBody>
        </p:sp>
        <p:sp>
          <p:nvSpPr>
            <p:cNvPr id="12" name="Rectangle: Rounded Corners 11">
              <a:extLst>
                <a:ext uri="{FF2B5EF4-FFF2-40B4-BE49-F238E27FC236}">
                  <a16:creationId xmlns:a16="http://schemas.microsoft.com/office/drawing/2014/main" id="{03F0C82F-60D6-4E8E-8658-1945239ECDC7}"/>
                </a:ext>
              </a:extLst>
            </p:cNvPr>
            <p:cNvSpPr>
              <a:spLocks/>
            </p:cNvSpPr>
            <p:nvPr/>
          </p:nvSpPr>
          <p:spPr>
            <a:xfrm rot="2700000">
              <a:off x="6510289" y="359621"/>
              <a:ext cx="1597666" cy="1597666"/>
            </a:xfrm>
            <a:prstGeom prst="roundRect">
              <a:avLst>
                <a:gd name="adj" fmla="val 19126"/>
              </a:avLst>
            </a:prstGeom>
            <a:solidFill>
              <a:srgbClr val="3AB6D0">
                <a:alpha val="1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1"/>
            </a:p>
          </p:txBody>
        </p:sp>
        <p:sp>
          <p:nvSpPr>
            <p:cNvPr id="13" name="Rectangle: Rounded Corners 12">
              <a:extLst>
                <a:ext uri="{FF2B5EF4-FFF2-40B4-BE49-F238E27FC236}">
                  <a16:creationId xmlns:a16="http://schemas.microsoft.com/office/drawing/2014/main" id="{8632F3FE-74FC-4251-9C8C-0D58948AEC51}"/>
                </a:ext>
              </a:extLst>
            </p:cNvPr>
            <p:cNvSpPr>
              <a:spLocks/>
            </p:cNvSpPr>
            <p:nvPr/>
          </p:nvSpPr>
          <p:spPr>
            <a:xfrm rot="2700000">
              <a:off x="2631200" y="2321568"/>
              <a:ext cx="1597666" cy="1597666"/>
            </a:xfrm>
            <a:prstGeom prst="roundRect">
              <a:avLst>
                <a:gd name="adj" fmla="val 19126"/>
              </a:avLst>
            </a:prstGeom>
            <a:solidFill>
              <a:srgbClr val="3AB6D0">
                <a:alpha val="1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1"/>
            </a:p>
          </p:txBody>
        </p:sp>
      </p:grpSp>
      <p:sp>
        <p:nvSpPr>
          <p:cNvPr id="2" name="Slide Number Placeholder 1">
            <a:extLst>
              <a:ext uri="{FF2B5EF4-FFF2-40B4-BE49-F238E27FC236}">
                <a16:creationId xmlns:a16="http://schemas.microsoft.com/office/drawing/2014/main" id="{5185D80B-0989-FDB8-ACE2-BA4EE29DA08D}"/>
              </a:ext>
            </a:extLst>
          </p:cNvPr>
          <p:cNvSpPr>
            <a:spLocks noGrp="1"/>
          </p:cNvSpPr>
          <p:nvPr>
            <p:ph type="sldNum" sz="quarter" idx="12"/>
          </p:nvPr>
        </p:nvSpPr>
        <p:spPr/>
        <p:txBody>
          <a:bodyPr/>
          <a:lstStyle/>
          <a:p>
            <a:fld id="{03F67448-8E76-4088-8C0F-9DC880FFD75C}" type="slidenum">
              <a:rPr lang="en-IN" smtClean="0"/>
              <a:t>21</a:t>
            </a:fld>
            <a:endParaRPr lang="en-IN"/>
          </a:p>
        </p:txBody>
      </p:sp>
    </p:spTree>
    <p:extLst>
      <p:ext uri="{BB962C8B-B14F-4D97-AF65-F5344CB8AC3E}">
        <p14:creationId xmlns:p14="http://schemas.microsoft.com/office/powerpoint/2010/main" val="389667142"/>
      </p:ext>
    </p:extLst>
  </p:cSld>
  <p:clrMapOvr>
    <a:masterClrMapping/>
  </p:clrMapOvr>
</p:sld>
</file>

<file path=ppt/theme/theme1.xml><?xml version="1.0" encoding="utf-8"?>
<a:theme xmlns:a="http://schemas.openxmlformats.org/drawingml/2006/main" name="PhD_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Frosted Glass">
      <a:fillStyleLst>
        <a:solidFill>
          <a:schemeClr val="phClr"/>
        </a:solidFill>
        <a:gradFill rotWithShape="1">
          <a:gsLst>
            <a:gs pos="0">
              <a:schemeClr val="phClr">
                <a:tint val="1000"/>
                <a:satMod val="100000"/>
              </a:schemeClr>
            </a:gs>
            <a:gs pos="68000">
              <a:schemeClr val="phClr">
                <a:tint val="77000"/>
                <a:satMod val="100000"/>
              </a:schemeClr>
            </a:gs>
            <a:gs pos="81000">
              <a:schemeClr val="phClr">
                <a:tint val="79000"/>
                <a:satMod val="100000"/>
              </a:schemeClr>
            </a:gs>
            <a:gs pos="86000">
              <a:schemeClr val="phClr">
                <a:tint val="73000"/>
                <a:satMod val="100000"/>
              </a:schemeClr>
            </a:gs>
            <a:gs pos="100000">
              <a:schemeClr val="phClr">
                <a:tint val="35000"/>
                <a:satMod val="100000"/>
              </a:schemeClr>
            </a:gs>
          </a:gsLst>
          <a:lin ang="5400000" scaled="0"/>
        </a:gradFill>
        <a:gradFill rotWithShape="1">
          <a:gsLst>
            <a:gs pos="0">
              <a:schemeClr val="phClr">
                <a:tint val="73000"/>
                <a:shade val="100000"/>
                <a:satMod val="150000"/>
              </a:schemeClr>
            </a:gs>
            <a:gs pos="25000">
              <a:schemeClr val="phClr">
                <a:tint val="96000"/>
                <a:shade val="80000"/>
                <a:satMod val="105000"/>
              </a:schemeClr>
            </a:gs>
            <a:gs pos="38000">
              <a:schemeClr val="phClr">
                <a:tint val="96000"/>
                <a:shade val="59000"/>
                <a:satMod val="120000"/>
              </a:schemeClr>
            </a:gs>
            <a:gs pos="55000">
              <a:schemeClr val="phClr">
                <a:tint val="100000"/>
                <a:shade val="57000"/>
                <a:satMod val="120000"/>
              </a:schemeClr>
            </a:gs>
            <a:gs pos="80000">
              <a:schemeClr val="phClr">
                <a:tint val="100000"/>
                <a:shade val="56000"/>
                <a:satMod val="145000"/>
              </a:schemeClr>
            </a:gs>
            <a:gs pos="88000">
              <a:schemeClr val="phClr">
                <a:tint val="100000"/>
                <a:shade val="63000"/>
                <a:satMod val="160000"/>
              </a:schemeClr>
            </a:gs>
            <a:gs pos="100000">
              <a:schemeClr val="phClr">
                <a:tint val="99000"/>
                <a:shade val="100000"/>
                <a:satMod val="155000"/>
              </a:schemeClr>
            </a:gs>
          </a:gsLst>
          <a:lin ang="54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scene3d>
            <a:camera prst="orthographicFront">
              <a:rot lat="0" lon="0" rev="0"/>
            </a:camera>
            <a:lightRig rig="glow" dir="tl">
              <a:rot lat="0" lon="0" rev="1800000"/>
            </a:lightRig>
          </a:scene3d>
          <a:sp3d contourW="10160" prstMaterial="dkEdge">
            <a:bevelT w="0" h="0" prst="angle"/>
            <a:contourClr>
              <a:schemeClr val="phClr">
                <a:shade val="30000"/>
                <a:satMod val="150000"/>
              </a:schemeClr>
            </a:contourClr>
          </a:sp3d>
        </a:effectStyle>
        <a:effectStyle>
          <a:effectLst>
            <a:glow rad="50800">
              <a:schemeClr val="phClr">
                <a:tint val="68000"/>
                <a:shade val="93000"/>
                <a:alpha val="37000"/>
                <a:satMod val="250000"/>
              </a:schemeClr>
            </a:glow>
          </a:effectLst>
          <a:scene3d>
            <a:camera prst="orthographicFront">
              <a:rot lat="0" lon="0" rev="0"/>
            </a:camera>
            <a:lightRig rig="glow" dir="t">
              <a:rot lat="0" lon="0" rev="1800000"/>
            </a:lightRig>
          </a:scene3d>
          <a:sp3d contourW="10160" prstMaterial="dkEdge">
            <a:bevelT w="20320" h="19050" prst="angle"/>
            <a:contourClr>
              <a:schemeClr val="phClr">
                <a:shade val="30000"/>
                <a:satMod val="150000"/>
              </a:schemeClr>
            </a:contourClr>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hD_Theme" id="{75B492E9-CE18-4B4D-BE6D-57B3A7A6CA58}" vid="{D2D83074-D226-415D-BDF0-B9C503FED4A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FB57506-1FAE-475D-8D9C-F9B7351CCDBA}">
  <we:reference id="wa200005566" version="3.0.0.3" store="en-US" storeType="OMEX"/>
  <we:alternateReferences>
    <we:reference id="wa200005566" version="3.0.0.3"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PhD_Theme</Template>
  <TotalTime>3868</TotalTime>
  <Words>1127</Words>
  <Application>Microsoft Office PowerPoint</Application>
  <PresentationFormat>Widescreen</PresentationFormat>
  <Paragraphs>177</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Aptos</vt:lpstr>
      <vt:lpstr>Arial</vt:lpstr>
      <vt:lpstr>Calibri</vt:lpstr>
      <vt:lpstr>Times New Roman</vt:lpstr>
      <vt:lpstr>PhD_Theme</vt:lpstr>
      <vt:lpstr>PowerPoint Presentation</vt:lpstr>
      <vt:lpstr>Index</vt:lpstr>
      <vt:lpstr>Introduction</vt:lpstr>
      <vt:lpstr>Objectives</vt:lpstr>
      <vt:lpstr>Literature Review</vt:lpstr>
      <vt:lpstr>PowerPoint Presentation</vt:lpstr>
      <vt:lpstr>PowerPoint Presentation</vt:lpstr>
      <vt:lpstr>Problem Statement</vt:lpstr>
      <vt:lpstr>Motivation</vt:lpstr>
      <vt:lpstr>Methodology</vt:lpstr>
      <vt:lpstr>Algorithm / Pseudocode</vt:lpstr>
      <vt:lpstr>PowerPoint Presentation</vt:lpstr>
      <vt:lpstr>Architecture / System Diagram</vt:lpstr>
      <vt:lpstr>Results and Analysis</vt:lpstr>
      <vt:lpstr>PowerPoint Presentation</vt:lpstr>
      <vt:lpstr>PowerPoint Presentation</vt:lpstr>
      <vt:lpstr>PowerPoint Presentation</vt:lpstr>
      <vt:lpstr>Conclusion</vt:lpstr>
      <vt:lpstr>References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Amar Jukuntla</dc:creator>
  <cp:lastModifiedBy>Sai Jonnadula</cp:lastModifiedBy>
  <cp:revision>284</cp:revision>
  <dcterms:created xsi:type="dcterms:W3CDTF">2024-10-05T17:41:04Z</dcterms:created>
  <dcterms:modified xsi:type="dcterms:W3CDTF">2026-02-28T08:23:51Z</dcterms:modified>
</cp:coreProperties>
</file>